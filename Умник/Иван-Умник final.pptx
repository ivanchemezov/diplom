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82" r:id="rId3"/>
    <p:sldId id="274" r:id="rId4"/>
    <p:sldId id="275" r:id="rId5"/>
    <p:sldId id="286" r:id="rId6"/>
    <p:sldId id="280" r:id="rId7"/>
    <p:sldId id="288" r:id="rId8"/>
    <p:sldId id="289" r:id="rId9"/>
    <p:sldId id="279" r:id="rId10"/>
    <p:sldId id="269" r:id="rId11"/>
    <p:sldId id="277" r:id="rId12"/>
    <p:sldId id="287" r:id="rId13"/>
    <p:sldId id="283" r:id="rId14"/>
    <p:sldId id="284" r:id="rId15"/>
    <p:sldId id="285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5449"/>
    <a:srgbClr val="959D8F"/>
    <a:srgbClr val="87B3B3"/>
    <a:srgbClr val="87C1CF"/>
    <a:srgbClr val="53B0C9"/>
    <a:srgbClr val="B0C244"/>
    <a:srgbClr val="8DC6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DBE70E-218A-4680-953B-DFFBE1E76768}" v="166" dt="2018-12-03T10:45:28.037"/>
    <p1510:client id="{4D275E8C-CC8F-41ED-AAC5-9995AA041C4C}" v="1" dt="2018-12-04T03:57:00.726"/>
    <p1510:client id="{6425E25B-3AA5-4A24-B21C-A7478AC98DD0}" v="17" dt="2018-12-04T08:05:33.7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69" autoAdjust="0"/>
  </p:normalViewPr>
  <p:slideViewPr>
    <p:cSldViewPr>
      <p:cViewPr varScale="1">
        <p:scale>
          <a:sx n="76" d="100"/>
          <a:sy n="76" d="100"/>
        </p:scale>
        <p:origin x="108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Chemezov" userId="5d1d08b216c71d10" providerId="Windows Live" clId="Web-{6425E25B-3AA5-4A24-B21C-A7478AC98DD0}"/>
    <pc:docChg chg="addSld delSld modSld sldOrd">
      <pc:chgData name="Ivan Chemezov" userId="5d1d08b216c71d10" providerId="Windows Live" clId="Web-{6425E25B-3AA5-4A24-B21C-A7478AC98DD0}" dt="2018-12-04T08:31:36.258" v="1210" actId="20577"/>
      <pc:docMkLst>
        <pc:docMk/>
      </pc:docMkLst>
      <pc:sldChg chg="modSp del">
        <pc:chgData name="Ivan Chemezov" userId="5d1d08b216c71d10" providerId="Windows Live" clId="Web-{6425E25B-3AA5-4A24-B21C-A7478AC98DD0}" dt="2018-12-04T08:12:03.835" v="1105"/>
        <pc:sldMkLst>
          <pc:docMk/>
          <pc:sldMk cId="0" sldId="273"/>
        </pc:sldMkLst>
        <pc:spChg chg="mod">
          <ac:chgData name="Ivan Chemezov" userId="5d1d08b216c71d10" providerId="Windows Live" clId="Web-{6425E25B-3AA5-4A24-B21C-A7478AC98DD0}" dt="2018-12-04T07:41:48.907" v="658" actId="20577"/>
          <ac:spMkLst>
            <pc:docMk/>
            <pc:sldMk cId="0" sldId="273"/>
            <ac:spMk id="5125" creationId="{5DC583E9-ADE8-41A6-B9D4-46CBCF2620A9}"/>
          </ac:spMkLst>
        </pc:spChg>
      </pc:sldChg>
      <pc:sldChg chg="addSp modSp ord">
        <pc:chgData name="Ivan Chemezov" userId="5d1d08b216c71d10" providerId="Windows Live" clId="Web-{6425E25B-3AA5-4A24-B21C-A7478AC98DD0}" dt="2018-12-04T08:26:54.856" v="1171" actId="20577"/>
        <pc:sldMkLst>
          <pc:docMk/>
          <pc:sldMk cId="0" sldId="274"/>
        </pc:sldMkLst>
        <pc:spChg chg="mod">
          <ac:chgData name="Ivan Chemezov" userId="5d1d08b216c71d10" providerId="Windows Live" clId="Web-{6425E25B-3AA5-4A24-B21C-A7478AC98DD0}" dt="2018-12-04T08:12:49.212" v="1124" actId="20577"/>
          <ac:spMkLst>
            <pc:docMk/>
            <pc:sldMk cId="0" sldId="274"/>
            <ac:spMk id="2" creationId="{B232E930-7641-455E-A742-49299D9806AA}"/>
          </ac:spMkLst>
        </pc:spChg>
        <pc:spChg chg="mod">
          <ac:chgData name="Ivan Chemezov" userId="5d1d08b216c71d10" providerId="Windows Live" clId="Web-{6425E25B-3AA5-4A24-B21C-A7478AC98DD0}" dt="2018-12-04T08:26:54.856" v="1171" actId="20577"/>
          <ac:spMkLst>
            <pc:docMk/>
            <pc:sldMk cId="0" sldId="274"/>
            <ac:spMk id="3" creationId="{13039049-19A1-4DDD-AA1D-6B7DD5591A51}"/>
          </ac:spMkLst>
        </pc:spChg>
        <pc:spChg chg="add mod">
          <ac:chgData name="Ivan Chemezov" userId="5d1d08b216c71d10" providerId="Windows Live" clId="Web-{6425E25B-3AA5-4A24-B21C-A7478AC98DD0}" dt="2018-12-04T08:12:44.853" v="1122" actId="1076"/>
          <ac:spMkLst>
            <pc:docMk/>
            <pc:sldMk cId="0" sldId="274"/>
            <ac:spMk id="4" creationId="{359FBC4A-689C-49AA-9709-1487B0D08B89}"/>
          </ac:spMkLst>
        </pc:spChg>
      </pc:sldChg>
      <pc:sldChg chg="addSp delSp modSp">
        <pc:chgData name="Ivan Chemezov" userId="5d1d08b216c71d10" providerId="Windows Live" clId="Web-{6425E25B-3AA5-4A24-B21C-A7478AC98DD0}" dt="2018-12-04T07:07:15.697" v="522" actId="14100"/>
        <pc:sldMkLst>
          <pc:docMk/>
          <pc:sldMk cId="0" sldId="275"/>
        </pc:sldMkLst>
        <pc:spChg chg="mod">
          <ac:chgData name="Ivan Chemezov" userId="5d1d08b216c71d10" providerId="Windows Live" clId="Web-{6425E25B-3AA5-4A24-B21C-A7478AC98DD0}" dt="2018-12-04T07:07:15.697" v="522" actId="14100"/>
          <ac:spMkLst>
            <pc:docMk/>
            <pc:sldMk cId="0" sldId="275"/>
            <ac:spMk id="6148" creationId="{928CE2B9-4C1B-4B4A-9F88-D37CD4486227}"/>
          </ac:spMkLst>
        </pc:spChg>
        <pc:picChg chg="add del mod">
          <ac:chgData name="Ivan Chemezov" userId="5d1d08b216c71d10" providerId="Windows Live" clId="Web-{6425E25B-3AA5-4A24-B21C-A7478AC98DD0}" dt="2018-12-04T07:05:46.272" v="493"/>
          <ac:picMkLst>
            <pc:docMk/>
            <pc:sldMk cId="0" sldId="275"/>
            <ac:picMk id="3" creationId="{F44FAB71-3B60-40A1-91A1-3B6C8B43AFD0}"/>
          </ac:picMkLst>
        </pc:picChg>
      </pc:sldChg>
      <pc:sldChg chg="modSp">
        <pc:chgData name="Ivan Chemezov" userId="5d1d08b216c71d10" providerId="Windows Live" clId="Web-{6425E25B-3AA5-4A24-B21C-A7478AC98DD0}" dt="2018-12-04T08:31:18.945" v="1208"/>
        <pc:sldMkLst>
          <pc:docMk/>
          <pc:sldMk cId="0" sldId="277"/>
        </pc:sldMkLst>
        <pc:graphicFrameChg chg="mod modGraphic">
          <ac:chgData name="Ivan Chemezov" userId="5d1d08b216c71d10" providerId="Windows Live" clId="Web-{6425E25B-3AA5-4A24-B21C-A7478AC98DD0}" dt="2018-12-04T08:31:18.945" v="1208"/>
          <ac:graphicFrameMkLst>
            <pc:docMk/>
            <pc:sldMk cId="0" sldId="277"/>
            <ac:graphicFrameMk id="5" creationId="{ABFEEC3E-FD57-4718-881F-76FA2F245612}"/>
          </ac:graphicFrameMkLst>
        </pc:graphicFrameChg>
        <pc:picChg chg="mod">
          <ac:chgData name="Ivan Chemezov" userId="5d1d08b216c71d10" providerId="Windows Live" clId="Web-{6425E25B-3AA5-4A24-B21C-A7478AC98DD0}" dt="2018-12-04T08:31:02.210" v="1202" actId="1076"/>
          <ac:picMkLst>
            <pc:docMk/>
            <pc:sldMk cId="0" sldId="277"/>
            <ac:picMk id="3" creationId="{E51F3FF9-D9B6-4780-BE69-CA54D0221740}"/>
          </ac:picMkLst>
        </pc:picChg>
        <pc:picChg chg="mod">
          <ac:chgData name="Ivan Chemezov" userId="5d1d08b216c71d10" providerId="Windows Live" clId="Web-{6425E25B-3AA5-4A24-B21C-A7478AC98DD0}" dt="2018-12-04T08:31:02.241" v="1203" actId="1076"/>
          <ac:picMkLst>
            <pc:docMk/>
            <pc:sldMk cId="0" sldId="277"/>
            <ac:picMk id="4" creationId="{3E166860-F1D0-46F2-B719-32646A02BD31}"/>
          </ac:picMkLst>
        </pc:picChg>
        <pc:picChg chg="mod">
          <ac:chgData name="Ivan Chemezov" userId="5d1d08b216c71d10" providerId="Windows Live" clId="Web-{6425E25B-3AA5-4A24-B21C-A7478AC98DD0}" dt="2018-12-04T08:31:02.288" v="1204" actId="1076"/>
          <ac:picMkLst>
            <pc:docMk/>
            <pc:sldMk cId="0" sldId="277"/>
            <ac:picMk id="7" creationId="{90DECF9F-F667-48CF-990C-8679321ABF42}"/>
          </ac:picMkLst>
        </pc:picChg>
        <pc:picChg chg="mod">
          <ac:chgData name="Ivan Chemezov" userId="5d1d08b216c71d10" providerId="Windows Live" clId="Web-{6425E25B-3AA5-4A24-B21C-A7478AC98DD0}" dt="2018-12-04T08:31:02.163" v="1201" actId="1076"/>
          <ac:picMkLst>
            <pc:docMk/>
            <pc:sldMk cId="0" sldId="277"/>
            <ac:picMk id="7225" creationId="{BB7EE82A-19AE-496E-9269-37C138B554FD}"/>
          </ac:picMkLst>
        </pc:picChg>
      </pc:sldChg>
      <pc:sldChg chg="modSp">
        <pc:chgData name="Ivan Chemezov" userId="5d1d08b216c71d10" providerId="Windows Live" clId="Web-{6425E25B-3AA5-4A24-B21C-A7478AC98DD0}" dt="2018-12-04T07:23:02.986" v="530" actId="1076"/>
        <pc:sldMkLst>
          <pc:docMk/>
          <pc:sldMk cId="0" sldId="279"/>
        </pc:sldMkLst>
        <pc:graphicFrameChg chg="mod">
          <ac:chgData name="Ivan Chemezov" userId="5d1d08b216c71d10" providerId="Windows Live" clId="Web-{6425E25B-3AA5-4A24-B21C-A7478AC98DD0}" dt="2018-12-04T07:23:02.986" v="530" actId="1076"/>
          <ac:graphicFrameMkLst>
            <pc:docMk/>
            <pc:sldMk cId="0" sldId="279"/>
            <ac:graphicFrameMk id="5" creationId="{EC534114-7BE6-439C-8355-CA2ABF5CC9EE}"/>
          </ac:graphicFrameMkLst>
        </pc:graphicFrameChg>
      </pc:sldChg>
      <pc:sldChg chg="modSp">
        <pc:chgData name="Ivan Chemezov" userId="5d1d08b216c71d10" providerId="Windows Live" clId="Web-{6425E25B-3AA5-4A24-B21C-A7478AC98DD0}" dt="2018-12-04T07:16:15.485" v="527" actId="1076"/>
        <pc:sldMkLst>
          <pc:docMk/>
          <pc:sldMk cId="0" sldId="280"/>
        </pc:sldMkLst>
        <pc:spChg chg="mod">
          <ac:chgData name="Ivan Chemezov" userId="5d1d08b216c71d10" providerId="Windows Live" clId="Web-{6425E25B-3AA5-4A24-B21C-A7478AC98DD0}" dt="2018-12-04T07:16:15.485" v="527" actId="1076"/>
          <ac:spMkLst>
            <pc:docMk/>
            <pc:sldMk cId="0" sldId="280"/>
            <ac:spMk id="10246" creationId="{69ABB890-C0F6-47A4-97B0-ACF1BF66F171}"/>
          </ac:spMkLst>
        </pc:spChg>
        <pc:spChg chg="mod">
          <ac:chgData name="Ivan Chemezov" userId="5d1d08b216c71d10" providerId="Windows Live" clId="Web-{6425E25B-3AA5-4A24-B21C-A7478AC98DD0}" dt="2018-12-04T06:19:04.958" v="252" actId="14100"/>
          <ac:spMkLst>
            <pc:docMk/>
            <pc:sldMk cId="0" sldId="280"/>
            <ac:spMk id="10247" creationId="{4E095EEA-11A4-49BB-8B8B-1CACA5671B88}"/>
          </ac:spMkLst>
        </pc:spChg>
        <pc:spChg chg="mod">
          <ac:chgData name="Ivan Chemezov" userId="5d1d08b216c71d10" providerId="Windows Live" clId="Web-{6425E25B-3AA5-4A24-B21C-A7478AC98DD0}" dt="2018-12-04T07:15:16.311" v="525" actId="1076"/>
          <ac:spMkLst>
            <pc:docMk/>
            <pc:sldMk cId="0" sldId="280"/>
            <ac:spMk id="10248" creationId="{ECB517AD-54BD-4E9F-9829-A9C6CE92E0A1}"/>
          </ac:spMkLst>
        </pc:spChg>
        <pc:spChg chg="mod">
          <ac:chgData name="Ivan Chemezov" userId="5d1d08b216c71d10" providerId="Windows Live" clId="Web-{6425E25B-3AA5-4A24-B21C-A7478AC98DD0}" dt="2018-12-04T06:19:05.114" v="256" actId="1076"/>
          <ac:spMkLst>
            <pc:docMk/>
            <pc:sldMk cId="0" sldId="280"/>
            <ac:spMk id="10249" creationId="{70E51A2D-267A-48EC-82E4-EE2F4BDAF35D}"/>
          </ac:spMkLst>
        </pc:spChg>
        <pc:picChg chg="mod">
          <ac:chgData name="Ivan Chemezov" userId="5d1d08b216c71d10" providerId="Windows Live" clId="Web-{6425E25B-3AA5-4A24-B21C-A7478AC98DD0}" dt="2018-12-04T07:16:11.907" v="526" actId="1076"/>
          <ac:picMkLst>
            <pc:docMk/>
            <pc:sldMk cId="0" sldId="280"/>
            <ac:picMk id="10245" creationId="{7FDCEFDF-BC87-43A8-8C60-77DDCF62C25D}"/>
          </ac:picMkLst>
        </pc:picChg>
      </pc:sldChg>
      <pc:sldChg chg="modSp">
        <pc:chgData name="Ivan Chemezov" userId="5d1d08b216c71d10" providerId="Windows Live" clId="Web-{6425E25B-3AA5-4A24-B21C-A7478AC98DD0}" dt="2018-12-04T08:21:05.217" v="1160" actId="20577"/>
        <pc:sldMkLst>
          <pc:docMk/>
          <pc:sldMk cId="0" sldId="282"/>
        </pc:sldMkLst>
        <pc:spChg chg="mod">
          <ac:chgData name="Ivan Chemezov" userId="5d1d08b216c71d10" providerId="Windows Live" clId="Web-{6425E25B-3AA5-4A24-B21C-A7478AC98DD0}" dt="2018-12-04T08:21:05.217" v="1160" actId="20577"/>
          <ac:spMkLst>
            <pc:docMk/>
            <pc:sldMk cId="0" sldId="282"/>
            <ac:spMk id="3077" creationId="{4B176515-885E-4041-9AF0-0168421888D4}"/>
          </ac:spMkLst>
        </pc:spChg>
        <pc:spChg chg="mod">
          <ac:chgData name="Ivan Chemezov" userId="5d1d08b216c71d10" providerId="Windows Live" clId="Web-{6425E25B-3AA5-4A24-B21C-A7478AC98DD0}" dt="2018-12-04T06:13:23.596" v="92" actId="1076"/>
          <ac:spMkLst>
            <pc:docMk/>
            <pc:sldMk cId="0" sldId="282"/>
            <ac:spMk id="3078" creationId="{1662EC39-78DA-4C2C-BE6E-45ED7C8A891B}"/>
          </ac:spMkLst>
        </pc:spChg>
        <pc:picChg chg="mod">
          <ac:chgData name="Ivan Chemezov" userId="5d1d08b216c71d10" providerId="Windows Live" clId="Web-{6425E25B-3AA5-4A24-B21C-A7478AC98DD0}" dt="2018-12-04T06:13:27.347" v="95" actId="1076"/>
          <ac:picMkLst>
            <pc:docMk/>
            <pc:sldMk cId="0" sldId="282"/>
            <ac:picMk id="3" creationId="{8FA8EC2F-A748-46E6-9C45-DB95159D8D96}"/>
          </ac:picMkLst>
        </pc:picChg>
      </pc:sldChg>
      <pc:sldChg chg="modSp">
        <pc:chgData name="Ivan Chemezov" userId="5d1d08b216c71d10" providerId="Windows Live" clId="Web-{6425E25B-3AA5-4A24-B21C-A7478AC98DD0}" dt="2018-12-04T08:30:20.161" v="1183" actId="20577"/>
        <pc:sldMkLst>
          <pc:docMk/>
          <pc:sldMk cId="0" sldId="283"/>
        </pc:sldMkLst>
        <pc:spChg chg="mod">
          <ac:chgData name="Ivan Chemezov" userId="5d1d08b216c71d10" providerId="Windows Live" clId="Web-{6425E25B-3AA5-4A24-B21C-A7478AC98DD0}" dt="2018-12-04T07:26:10.025" v="537" actId="20577"/>
          <ac:spMkLst>
            <pc:docMk/>
            <pc:sldMk cId="0" sldId="283"/>
            <ac:spMk id="2" creationId="{D6D49262-09CD-481F-B3AF-89CCB81A0513}"/>
          </ac:spMkLst>
        </pc:spChg>
        <pc:spChg chg="mod">
          <ac:chgData name="Ivan Chemezov" userId="5d1d08b216c71d10" providerId="Windows Live" clId="Web-{6425E25B-3AA5-4A24-B21C-A7478AC98DD0}" dt="2018-12-04T08:30:20.161" v="1183" actId="20577"/>
          <ac:spMkLst>
            <pc:docMk/>
            <pc:sldMk cId="0" sldId="283"/>
            <ac:spMk id="8196" creationId="{2CAC00AD-7283-485E-AB92-1C7EC290A334}"/>
          </ac:spMkLst>
        </pc:spChg>
      </pc:sldChg>
      <pc:sldChg chg="ord">
        <pc:chgData name="Ivan Chemezov" userId="5d1d08b216c71d10" providerId="Windows Live" clId="Web-{6425E25B-3AA5-4A24-B21C-A7478AC98DD0}" dt="2018-12-04T08:09:47.767" v="1104"/>
        <pc:sldMkLst>
          <pc:docMk/>
          <pc:sldMk cId="1001241331" sldId="284"/>
        </pc:sldMkLst>
      </pc:sldChg>
      <pc:sldChg chg="addSp delSp modSp">
        <pc:chgData name="Ivan Chemezov" userId="5d1d08b216c71d10" providerId="Windows Live" clId="Web-{6425E25B-3AA5-4A24-B21C-A7478AC98DD0}" dt="2018-12-04T08:13:29.526" v="1139" actId="14100"/>
        <pc:sldMkLst>
          <pc:docMk/>
          <pc:sldMk cId="623684997" sldId="286"/>
        </pc:sldMkLst>
        <pc:spChg chg="mod">
          <ac:chgData name="Ivan Chemezov" userId="5d1d08b216c71d10" providerId="Windows Live" clId="Web-{6425E25B-3AA5-4A24-B21C-A7478AC98DD0}" dt="2018-12-04T08:09:33.532" v="1102" actId="1076"/>
          <ac:spMkLst>
            <pc:docMk/>
            <pc:sldMk cId="623684997" sldId="286"/>
            <ac:spMk id="5" creationId="{21CF8F64-B7FD-457A-A4BC-557CEDD38423}"/>
          </ac:spMkLst>
        </pc:spChg>
        <pc:spChg chg="del mod">
          <ac:chgData name="Ivan Chemezov" userId="5d1d08b216c71d10" providerId="Windows Live" clId="Web-{6425E25B-3AA5-4A24-B21C-A7478AC98DD0}" dt="2018-12-04T06:19:03.348" v="206"/>
          <ac:spMkLst>
            <pc:docMk/>
            <pc:sldMk cId="623684997" sldId="286"/>
            <ac:spMk id="9" creationId="{D2B68866-CC2E-43F8-80C1-165CF23BA256}"/>
          </ac:spMkLst>
        </pc:spChg>
        <pc:spChg chg="del mod">
          <ac:chgData name="Ivan Chemezov" userId="5d1d08b216c71d10" providerId="Windows Live" clId="Web-{6425E25B-3AA5-4A24-B21C-A7478AC98DD0}" dt="2018-12-04T06:19:03.317" v="205"/>
          <ac:spMkLst>
            <pc:docMk/>
            <pc:sldMk cId="623684997" sldId="286"/>
            <ac:spMk id="10" creationId="{D23698C1-5099-4231-A1A7-113CBC8DE8AB}"/>
          </ac:spMkLst>
        </pc:spChg>
        <pc:spChg chg="del mod">
          <ac:chgData name="Ivan Chemezov" userId="5d1d08b216c71d10" providerId="Windows Live" clId="Web-{6425E25B-3AA5-4A24-B21C-A7478AC98DD0}" dt="2018-12-04T06:19:03.286" v="204"/>
          <ac:spMkLst>
            <pc:docMk/>
            <pc:sldMk cId="623684997" sldId="286"/>
            <ac:spMk id="11" creationId="{E2B71BF0-A39B-4545-8679-0CE5CA8C0E0F}"/>
          </ac:spMkLst>
        </pc:spChg>
        <pc:spChg chg="mod">
          <ac:chgData name="Ivan Chemezov" userId="5d1d08b216c71d10" providerId="Windows Live" clId="Web-{6425E25B-3AA5-4A24-B21C-A7478AC98DD0}" dt="2018-12-04T08:13:29.526" v="1139" actId="14100"/>
          <ac:spMkLst>
            <pc:docMk/>
            <pc:sldMk cId="623684997" sldId="286"/>
            <ac:spMk id="11267" creationId="{CB22E5E6-3D92-451A-8C86-3BA5941A86E5}"/>
          </ac:spMkLst>
        </pc:spChg>
        <pc:graphicFrameChg chg="add mod modGraphic">
          <ac:chgData name="Ivan Chemezov" userId="5d1d08b216c71d10" providerId="Windows Live" clId="Web-{6425E25B-3AA5-4A24-B21C-A7478AC98DD0}" dt="2018-12-04T06:19:04.333" v="231"/>
          <ac:graphicFrameMkLst>
            <pc:docMk/>
            <pc:sldMk cId="623684997" sldId="286"/>
            <ac:graphicFrameMk id="3" creationId="{EC884BF7-622C-4777-A2C5-54DCA3A769C7}"/>
          </ac:graphicFrameMkLst>
        </pc:graphicFrameChg>
        <pc:picChg chg="mod">
          <ac:chgData name="Ivan Chemezov" userId="5d1d08b216c71d10" providerId="Windows Live" clId="Web-{6425E25B-3AA5-4A24-B21C-A7478AC98DD0}" dt="2018-12-04T06:19:04.145" v="217" actId="1076"/>
          <ac:picMkLst>
            <pc:docMk/>
            <pc:sldMk cId="623684997" sldId="286"/>
            <ac:picMk id="2" creationId="{CBF48D3D-3A28-4B6F-9A7A-5BCFC78562F3}"/>
          </ac:picMkLst>
        </pc:picChg>
        <pc:picChg chg="mod">
          <ac:chgData name="Ivan Chemezov" userId="5d1d08b216c71d10" providerId="Windows Live" clId="Web-{6425E25B-3AA5-4A24-B21C-A7478AC98DD0}" dt="2018-12-04T06:19:04.489" v="233" actId="1076"/>
          <ac:picMkLst>
            <pc:docMk/>
            <pc:sldMk cId="623684997" sldId="286"/>
            <ac:picMk id="4" creationId="{90BD63AA-4D07-4E7A-981B-A67B4C8B5BFA}"/>
          </ac:picMkLst>
        </pc:picChg>
        <pc:picChg chg="mod">
          <ac:chgData name="Ivan Chemezov" userId="5d1d08b216c71d10" providerId="Windows Live" clId="Web-{6425E25B-3AA5-4A24-B21C-A7478AC98DD0}" dt="2018-12-04T06:19:04.442" v="232" actId="1076"/>
          <ac:picMkLst>
            <pc:docMk/>
            <pc:sldMk cId="623684997" sldId="286"/>
            <ac:picMk id="7" creationId="{C9AECB16-6060-4D8F-9C3B-26B054E1F443}"/>
          </ac:picMkLst>
        </pc:picChg>
      </pc:sldChg>
      <pc:sldChg chg="modSp ord">
        <pc:chgData name="Ivan Chemezov" userId="5d1d08b216c71d10" providerId="Windows Live" clId="Web-{6425E25B-3AA5-4A24-B21C-A7478AC98DD0}" dt="2018-12-04T08:30:33.162" v="1184" actId="1076"/>
        <pc:sldMkLst>
          <pc:docMk/>
          <pc:sldMk cId="1170649896" sldId="287"/>
        </pc:sldMkLst>
        <pc:spChg chg="mod">
          <ac:chgData name="Ivan Chemezov" userId="5d1d08b216c71d10" providerId="Windows Live" clId="Web-{6425E25B-3AA5-4A24-B21C-A7478AC98DD0}" dt="2018-12-04T08:30:33.162" v="1184" actId="1076"/>
          <ac:spMkLst>
            <pc:docMk/>
            <pc:sldMk cId="1170649896" sldId="287"/>
            <ac:spMk id="5" creationId="{21CF8F64-B7FD-457A-A4BC-557CEDD38423}"/>
          </ac:spMkLst>
        </pc:spChg>
        <pc:spChg chg="mod">
          <ac:chgData name="Ivan Chemezov" userId="5d1d08b216c71d10" providerId="Windows Live" clId="Web-{6425E25B-3AA5-4A24-B21C-A7478AC98DD0}" dt="2018-12-04T06:54:10.572" v="491" actId="20577"/>
          <ac:spMkLst>
            <pc:docMk/>
            <pc:sldMk cId="1170649896" sldId="287"/>
            <ac:spMk id="11267" creationId="{CB22E5E6-3D92-451A-8C86-3BA5941A86E5}"/>
          </ac:spMkLst>
        </pc:spChg>
      </pc:sldChg>
      <pc:sldChg chg="add del replId">
        <pc:chgData name="Ivan Chemezov" userId="5d1d08b216c71d10" providerId="Windows Live" clId="Web-{6425E25B-3AA5-4A24-B21C-A7478AC98DD0}" dt="2018-12-04T07:33:34.980" v="562"/>
        <pc:sldMkLst>
          <pc:docMk/>
          <pc:sldMk cId="2057001992" sldId="288"/>
        </pc:sldMkLst>
      </pc:sldChg>
      <pc:sldChg chg="addSp delSp modSp add ord replId">
        <pc:chgData name="Ivan Chemezov" userId="5d1d08b216c71d10" providerId="Windows Live" clId="Web-{6425E25B-3AA5-4A24-B21C-A7478AC98DD0}" dt="2018-12-04T08:31:36.258" v="1210" actId="20577"/>
        <pc:sldMkLst>
          <pc:docMk/>
          <pc:sldMk cId="3264213870" sldId="288"/>
        </pc:sldMkLst>
        <pc:spChg chg="mod">
          <ac:chgData name="Ivan Chemezov" userId="5d1d08b216c71d10" providerId="Windows Live" clId="Web-{6425E25B-3AA5-4A24-B21C-A7478AC98DD0}" dt="2018-12-04T07:36:44.472" v="571" actId="20577"/>
          <ac:spMkLst>
            <pc:docMk/>
            <pc:sldMk cId="3264213870" sldId="288"/>
            <ac:spMk id="2" creationId="{D6D49262-09CD-481F-B3AF-89CCB81A0513}"/>
          </ac:spMkLst>
        </pc:spChg>
        <pc:spChg chg="add mod">
          <ac:chgData name="Ivan Chemezov" userId="5d1d08b216c71d10" providerId="Windows Live" clId="Web-{6425E25B-3AA5-4A24-B21C-A7478AC98DD0}" dt="2018-12-04T07:44:33.258" v="714" actId="1076"/>
          <ac:spMkLst>
            <pc:docMk/>
            <pc:sldMk cId="3264213870" sldId="288"/>
            <ac:spMk id="717" creationId="{73BCBA43-44B3-4B82-A1D2-3FEF474DDC14}"/>
          </ac:spMkLst>
        </pc:spChg>
        <pc:spChg chg="add del mod">
          <ac:chgData name="Ivan Chemezov" userId="5d1d08b216c71d10" providerId="Windows Live" clId="Web-{6425E25B-3AA5-4A24-B21C-A7478AC98DD0}" dt="2018-12-04T08:01:18.918" v="998"/>
          <ac:spMkLst>
            <pc:docMk/>
            <pc:sldMk cId="3264213870" sldId="288"/>
            <ac:spMk id="723" creationId="{6284E126-693C-4C47-92A1-11CAAE5F4B83}"/>
          </ac:spMkLst>
        </pc:spChg>
        <pc:spChg chg="add mod">
          <ac:chgData name="Ivan Chemezov" userId="5d1d08b216c71d10" providerId="Windows Live" clId="Web-{6425E25B-3AA5-4A24-B21C-A7478AC98DD0}" dt="2018-12-04T07:46:24.580" v="772" actId="20577"/>
          <ac:spMkLst>
            <pc:docMk/>
            <pc:sldMk cId="3264213870" sldId="288"/>
            <ac:spMk id="724" creationId="{218EF2BF-41E2-4E13-A5DE-06CA37FD8AD2}"/>
          </ac:spMkLst>
        </pc:spChg>
        <pc:spChg chg="add mod">
          <ac:chgData name="Ivan Chemezov" userId="5d1d08b216c71d10" providerId="Windows Live" clId="Web-{6425E25B-3AA5-4A24-B21C-A7478AC98DD0}" dt="2018-12-04T07:47:35.262" v="811" actId="1076"/>
          <ac:spMkLst>
            <pc:docMk/>
            <pc:sldMk cId="3264213870" sldId="288"/>
            <ac:spMk id="725" creationId="{FD360812-3372-4EC2-A660-185BBE132326}"/>
          </ac:spMkLst>
        </pc:spChg>
        <pc:spChg chg="del">
          <ac:chgData name="Ivan Chemezov" userId="5d1d08b216c71d10" providerId="Windows Live" clId="Web-{6425E25B-3AA5-4A24-B21C-A7478AC98DD0}" dt="2018-12-04T07:33:45.950" v="564"/>
          <ac:spMkLst>
            <pc:docMk/>
            <pc:sldMk cId="3264213870" sldId="288"/>
            <ac:spMk id="8196" creationId="{2CAC00AD-7283-485E-AB92-1C7EC290A334}"/>
          </ac:spMkLst>
        </pc:spChg>
        <pc:spChg chg="add mod">
          <ac:chgData name="Ivan Chemezov" userId="5d1d08b216c71d10" providerId="Windows Live" clId="Web-{6425E25B-3AA5-4A24-B21C-A7478AC98DD0}" dt="2018-12-04T07:45:39.539" v="728" actId="1076"/>
          <ac:spMkLst>
            <pc:docMk/>
            <pc:sldMk cId="3264213870" sldId="288"/>
            <ac:spMk id="8841" creationId="{89990505-6BB6-4954-9487-AF8E01B3D180}"/>
          </ac:spMkLst>
        </pc:spChg>
        <pc:spChg chg="add mod">
          <ac:chgData name="Ivan Chemezov" userId="5d1d08b216c71d10" providerId="Windows Live" clId="Web-{6425E25B-3AA5-4A24-B21C-A7478AC98DD0}" dt="2018-12-04T08:31:36.258" v="1210" actId="20577"/>
          <ac:spMkLst>
            <pc:docMk/>
            <pc:sldMk cId="3264213870" sldId="288"/>
            <ac:spMk id="8842" creationId="{C3B1CE57-0571-45D8-9BD7-0B2DF872BC82}"/>
          </ac:spMkLst>
        </pc:spChg>
        <pc:spChg chg="add mod">
          <ac:chgData name="Ivan Chemezov" userId="5d1d08b216c71d10" providerId="Windows Live" clId="Web-{6425E25B-3AA5-4A24-B21C-A7478AC98DD0}" dt="2018-12-04T08:06:00.508" v="1058" actId="20577"/>
          <ac:spMkLst>
            <pc:docMk/>
            <pc:sldMk cId="3264213870" sldId="288"/>
            <ac:spMk id="8847" creationId="{9AC39CB4-B0FB-4400-97D6-A981404C9209}"/>
          </ac:spMkLst>
        </pc:spChg>
        <pc:spChg chg="add mod">
          <ac:chgData name="Ivan Chemezov" userId="5d1d08b216c71d10" providerId="Windows Live" clId="Web-{6425E25B-3AA5-4A24-B21C-A7478AC98DD0}" dt="2018-12-04T08:14:09.403" v="1148" actId="20577"/>
          <ac:spMkLst>
            <pc:docMk/>
            <pc:sldMk cId="3264213870" sldId="288"/>
            <ac:spMk id="8850" creationId="{453F5749-BB14-41C5-BA3C-F221FC9CBD19}"/>
          </ac:spMkLst>
        </pc:spChg>
        <pc:spChg chg="add del mod">
          <ac:chgData name="Ivan Chemezov" userId="5d1d08b216c71d10" providerId="Windows Live" clId="Web-{6425E25B-3AA5-4A24-B21C-A7478AC98DD0}" dt="2018-12-04T08:07:07.776" v="1097"/>
          <ac:spMkLst>
            <pc:docMk/>
            <pc:sldMk cId="3264213870" sldId="288"/>
            <ac:spMk id="8851" creationId="{B36D1710-FCED-4489-B56A-D6CFE334A8C0}"/>
          </ac:spMkLst>
        </pc:spChg>
        <pc:graphicFrameChg chg="add del mod modGraphic">
          <ac:chgData name="Ivan Chemezov" userId="5d1d08b216c71d10" providerId="Windows Live" clId="Web-{6425E25B-3AA5-4A24-B21C-A7478AC98DD0}" dt="2018-12-04T07:37:37.975" v="575"/>
          <ac:graphicFrameMkLst>
            <pc:docMk/>
            <pc:sldMk cId="3264213870" sldId="288"/>
            <ac:graphicFrameMk id="3" creationId="{8EBD6524-71AE-4B86-B897-609456B39F0D}"/>
          </ac:graphicFrameMkLst>
        </pc:graphicFrameChg>
        <pc:picChg chg="add mod">
          <ac:chgData name="Ivan Chemezov" userId="5d1d08b216c71d10" providerId="Windows Live" clId="Web-{6425E25B-3AA5-4A24-B21C-A7478AC98DD0}" dt="2018-12-04T07:44:33.229" v="710" actId="1076"/>
          <ac:picMkLst>
            <pc:docMk/>
            <pc:sldMk cId="3264213870" sldId="288"/>
            <ac:picMk id="8839" creationId="{69A8C242-6E1A-4B57-95A7-EAF6AB972575}"/>
          </ac:picMkLst>
        </pc:picChg>
        <pc:picChg chg="add mod">
          <ac:chgData name="Ivan Chemezov" userId="5d1d08b216c71d10" providerId="Windows Live" clId="Web-{6425E25B-3AA5-4A24-B21C-A7478AC98DD0}" dt="2018-12-04T07:44:33.252" v="713" actId="1076"/>
          <ac:picMkLst>
            <pc:docMk/>
            <pc:sldMk cId="3264213870" sldId="288"/>
            <ac:picMk id="8843" creationId="{55BAD4E1-78E1-42AF-9399-119C65AAC053}"/>
          </ac:picMkLst>
        </pc:picChg>
        <pc:picChg chg="add mod">
          <ac:chgData name="Ivan Chemezov" userId="5d1d08b216c71d10" providerId="Windows Live" clId="Web-{6425E25B-3AA5-4A24-B21C-A7478AC98DD0}" dt="2018-12-04T07:44:33.270" v="715" actId="1076"/>
          <ac:picMkLst>
            <pc:docMk/>
            <pc:sldMk cId="3264213870" sldId="288"/>
            <ac:picMk id="8845" creationId="{267F0839-A7D3-4C44-919F-7EC08B133777}"/>
          </ac:picMkLst>
        </pc:picChg>
        <pc:picChg chg="add mod">
          <ac:chgData name="Ivan Chemezov" userId="5d1d08b216c71d10" providerId="Windows Live" clId="Web-{6425E25B-3AA5-4A24-B21C-A7478AC98DD0}" dt="2018-12-04T07:45:14.992" v="724" actId="1076"/>
          <ac:picMkLst>
            <pc:docMk/>
            <pc:sldMk cId="3264213870" sldId="288"/>
            <ac:picMk id="8848" creationId="{D945D33B-E1B3-4E68-9DAD-9AE70B9173F6}"/>
          </ac:picMkLst>
        </pc:picChg>
      </pc:sldChg>
      <pc:sldChg chg="addSp delSp modSp add ord replId">
        <pc:chgData name="Ivan Chemezov" userId="5d1d08b216c71d10" providerId="Windows Live" clId="Web-{6425E25B-3AA5-4A24-B21C-A7478AC98DD0}" dt="2018-12-04T08:21:26.827" v="1168" actId="20577"/>
        <pc:sldMkLst>
          <pc:docMk/>
          <pc:sldMk cId="1438416082" sldId="289"/>
        </pc:sldMkLst>
        <pc:spChg chg="mod">
          <ac:chgData name="Ivan Chemezov" userId="5d1d08b216c71d10" providerId="Windows Live" clId="Web-{6425E25B-3AA5-4A24-B21C-A7478AC98DD0}" dt="2018-12-04T07:55:24.045" v="961" actId="20577"/>
          <ac:spMkLst>
            <pc:docMk/>
            <pc:sldMk cId="1438416082" sldId="289"/>
            <ac:spMk id="2" creationId="{D6D49262-09CD-481F-B3AF-89CCB81A0513}"/>
          </ac:spMkLst>
        </pc:spChg>
        <pc:spChg chg="add mod">
          <ac:chgData name="Ivan Chemezov" userId="5d1d08b216c71d10" providerId="Windows Live" clId="Web-{6425E25B-3AA5-4A24-B21C-A7478AC98DD0}" dt="2018-12-04T08:14:25.997" v="1153" actId="20577"/>
          <ac:spMkLst>
            <pc:docMk/>
            <pc:sldMk cId="1438416082" sldId="289"/>
            <ac:spMk id="11" creationId="{B266C76C-E8CF-4501-9982-3D4917B2C75A}"/>
          </ac:spMkLst>
        </pc:spChg>
        <pc:spChg chg="add mod">
          <ac:chgData name="Ivan Chemezov" userId="5d1d08b216c71d10" providerId="Windows Live" clId="Web-{6425E25B-3AA5-4A24-B21C-A7478AC98DD0}" dt="2018-12-04T08:05:41.742" v="1057" actId="20577"/>
          <ac:spMkLst>
            <pc:docMk/>
            <pc:sldMk cId="1438416082" sldId="289"/>
            <ac:spMk id="12" creationId="{CC89F485-B2C4-490E-989B-4D70D7B138E0}"/>
          </ac:spMkLst>
        </pc:spChg>
        <pc:spChg chg="add mod">
          <ac:chgData name="Ivan Chemezov" userId="5d1d08b216c71d10" providerId="Windows Live" clId="Web-{6425E25B-3AA5-4A24-B21C-A7478AC98DD0}" dt="2018-12-04T08:14:37.060" v="1157" actId="20577"/>
          <ac:spMkLst>
            <pc:docMk/>
            <pc:sldMk cId="1438416082" sldId="289"/>
            <ac:spMk id="13" creationId="{9A8D38D9-4200-4249-A61A-AB9022FC9E41}"/>
          </ac:spMkLst>
        </pc:spChg>
        <pc:spChg chg="add del mod">
          <ac:chgData name="Ivan Chemezov" userId="5d1d08b216c71d10" providerId="Windows Live" clId="Web-{6425E25B-3AA5-4A24-B21C-A7478AC98DD0}" dt="2018-12-04T08:07:02.792" v="1096"/>
          <ac:spMkLst>
            <pc:docMk/>
            <pc:sldMk cId="1438416082" sldId="289"/>
            <ac:spMk id="14" creationId="{CD186C31-B9FA-4A2A-B938-C3B4C6CE3837}"/>
          </ac:spMkLst>
        </pc:spChg>
        <pc:spChg chg="mod">
          <ac:chgData name="Ivan Chemezov" userId="5d1d08b216c71d10" providerId="Windows Live" clId="Web-{6425E25B-3AA5-4A24-B21C-A7478AC98DD0}" dt="2018-12-04T08:21:21.170" v="1163" actId="20577"/>
          <ac:spMkLst>
            <pc:docMk/>
            <pc:sldMk cId="1438416082" sldId="289"/>
            <ac:spMk id="717" creationId="{73BCBA43-44B3-4B82-A1D2-3FEF474DDC14}"/>
          </ac:spMkLst>
        </pc:spChg>
        <pc:spChg chg="del">
          <ac:chgData name="Ivan Chemezov" userId="5d1d08b216c71d10" providerId="Windows Live" clId="Web-{6425E25B-3AA5-4A24-B21C-A7478AC98DD0}" dt="2018-12-04T08:03:48.065" v="1024"/>
          <ac:spMkLst>
            <pc:docMk/>
            <pc:sldMk cId="1438416082" sldId="289"/>
            <ac:spMk id="723" creationId="{6284E126-693C-4C47-92A1-11CAAE5F4B83}"/>
          </ac:spMkLst>
        </pc:spChg>
        <pc:spChg chg="mod">
          <ac:chgData name="Ivan Chemezov" userId="5d1d08b216c71d10" providerId="Windows Live" clId="Web-{6425E25B-3AA5-4A24-B21C-A7478AC98DD0}" dt="2018-12-04T08:21:26.827" v="1168" actId="20577"/>
          <ac:spMkLst>
            <pc:docMk/>
            <pc:sldMk cId="1438416082" sldId="289"/>
            <ac:spMk id="724" creationId="{218EF2BF-41E2-4E13-A5DE-06CA37FD8AD2}"/>
          </ac:spMkLst>
        </pc:spChg>
        <pc:spChg chg="mod">
          <ac:chgData name="Ivan Chemezov" userId="5d1d08b216c71d10" providerId="Windows Live" clId="Web-{6425E25B-3AA5-4A24-B21C-A7478AC98DD0}" dt="2018-12-04T08:21:24.702" v="1166" actId="20577"/>
          <ac:spMkLst>
            <pc:docMk/>
            <pc:sldMk cId="1438416082" sldId="289"/>
            <ac:spMk id="725" creationId="{FD360812-3372-4EC2-A660-185BBE132326}"/>
          </ac:spMkLst>
        </pc:spChg>
        <pc:spChg chg="mod">
          <ac:chgData name="Ivan Chemezov" userId="5d1d08b216c71d10" providerId="Windows Live" clId="Web-{6425E25B-3AA5-4A24-B21C-A7478AC98DD0}" dt="2018-12-04T07:49:05.664" v="830" actId="20577"/>
          <ac:spMkLst>
            <pc:docMk/>
            <pc:sldMk cId="1438416082" sldId="289"/>
            <ac:spMk id="8841" creationId="{89990505-6BB6-4954-9487-AF8E01B3D180}"/>
          </ac:spMkLst>
        </pc:spChg>
        <pc:spChg chg="del">
          <ac:chgData name="Ivan Chemezov" userId="5d1d08b216c71d10" providerId="Windows Live" clId="Web-{6425E25B-3AA5-4A24-B21C-A7478AC98DD0}" dt="2018-12-04T08:03:59.144" v="1026"/>
          <ac:spMkLst>
            <pc:docMk/>
            <pc:sldMk cId="1438416082" sldId="289"/>
            <ac:spMk id="8842" creationId="{C3B1CE57-0571-45D8-9BD7-0B2DF872BC82}"/>
          </ac:spMkLst>
        </pc:spChg>
        <pc:spChg chg="del mod">
          <ac:chgData name="Ivan Chemezov" userId="5d1d08b216c71d10" providerId="Windows Live" clId="Web-{6425E25B-3AA5-4A24-B21C-A7478AC98DD0}" dt="2018-12-04T08:04:05.847" v="1028"/>
          <ac:spMkLst>
            <pc:docMk/>
            <pc:sldMk cId="1438416082" sldId="289"/>
            <ac:spMk id="8847" creationId="{9AC39CB4-B0FB-4400-97D6-A981404C9209}"/>
          </ac:spMkLst>
        </pc:spChg>
        <pc:picChg chg="add mod">
          <ac:chgData name="Ivan Chemezov" userId="5d1d08b216c71d10" providerId="Windows Live" clId="Web-{6425E25B-3AA5-4A24-B21C-A7478AC98DD0}" dt="2018-12-04T07:53:50.541" v="945" actId="14100"/>
          <ac:picMkLst>
            <pc:docMk/>
            <pc:sldMk cId="1438416082" sldId="289"/>
            <ac:picMk id="3" creationId="{219F3DBB-0295-49C2-8F61-7B7006BC0C8F}"/>
          </ac:picMkLst>
        </pc:picChg>
        <pc:picChg chg="add mod">
          <ac:chgData name="Ivan Chemezov" userId="5d1d08b216c71d10" providerId="Windows Live" clId="Web-{6425E25B-3AA5-4A24-B21C-A7478AC98DD0}" dt="2018-12-04T07:54:26.636" v="953" actId="1076"/>
          <ac:picMkLst>
            <pc:docMk/>
            <pc:sldMk cId="1438416082" sldId="289"/>
            <ac:picMk id="5" creationId="{5850F876-EE8C-4599-A920-D245E6513AFE}"/>
          </ac:picMkLst>
        </pc:picChg>
        <pc:picChg chg="add mod">
          <ac:chgData name="Ivan Chemezov" userId="5d1d08b216c71d10" providerId="Windows Live" clId="Web-{6425E25B-3AA5-4A24-B21C-A7478AC98DD0}" dt="2018-12-04T08:05:30.507" v="1055" actId="1076"/>
          <ac:picMkLst>
            <pc:docMk/>
            <pc:sldMk cId="1438416082" sldId="289"/>
            <ac:picMk id="7" creationId="{E126276D-FEC1-4AA7-AC1B-7571720A3668}"/>
          </ac:picMkLst>
        </pc:picChg>
        <pc:picChg chg="add mod">
          <ac:chgData name="Ivan Chemezov" userId="5d1d08b216c71d10" providerId="Windows Live" clId="Web-{6425E25B-3AA5-4A24-B21C-A7478AC98DD0}" dt="2018-12-04T07:59:25.367" v="965" actId="1076"/>
          <ac:picMkLst>
            <pc:docMk/>
            <pc:sldMk cId="1438416082" sldId="289"/>
            <ac:picMk id="9" creationId="{0CBEEA3C-3C34-49B6-94D0-A623BB598F89}"/>
          </ac:picMkLst>
        </pc:picChg>
        <pc:picChg chg="del">
          <ac:chgData name="Ivan Chemezov" userId="5d1d08b216c71d10" providerId="Windows Live" clId="Web-{6425E25B-3AA5-4A24-B21C-A7478AC98DD0}" dt="2018-12-04T07:55:19.873" v="960"/>
          <ac:picMkLst>
            <pc:docMk/>
            <pc:sldMk cId="1438416082" sldId="289"/>
            <ac:picMk id="8839" creationId="{69A8C242-6E1A-4B57-95A7-EAF6AB972575}"/>
          </ac:picMkLst>
        </pc:picChg>
        <pc:picChg chg="del">
          <ac:chgData name="Ivan Chemezov" userId="5d1d08b216c71d10" providerId="Windows Live" clId="Web-{6425E25B-3AA5-4A24-B21C-A7478AC98DD0}" dt="2018-12-04T07:54:46.950" v="954"/>
          <ac:picMkLst>
            <pc:docMk/>
            <pc:sldMk cId="1438416082" sldId="289"/>
            <ac:picMk id="8843" creationId="{55BAD4E1-78E1-42AF-9399-119C65AAC053}"/>
          </ac:picMkLst>
        </pc:picChg>
        <pc:picChg chg="del">
          <ac:chgData name="Ivan Chemezov" userId="5d1d08b216c71d10" providerId="Windows Live" clId="Web-{6425E25B-3AA5-4A24-B21C-A7478AC98DD0}" dt="2018-12-04T07:54:21.995" v="952"/>
          <ac:picMkLst>
            <pc:docMk/>
            <pc:sldMk cId="1438416082" sldId="289"/>
            <ac:picMk id="8845" creationId="{267F0839-A7D3-4C44-919F-7EC08B133777}"/>
          </ac:picMkLst>
        </pc:picChg>
        <pc:picChg chg="del">
          <ac:chgData name="Ivan Chemezov" userId="5d1d08b216c71d10" providerId="Windows Live" clId="Web-{6425E25B-3AA5-4A24-B21C-A7478AC98DD0}" dt="2018-12-04T07:53:40.243" v="943"/>
          <ac:picMkLst>
            <pc:docMk/>
            <pc:sldMk cId="1438416082" sldId="289"/>
            <ac:picMk id="8848" creationId="{D945D33B-E1B3-4E68-9DAD-9AE70B9173F6}"/>
          </ac:picMkLst>
        </pc:picChg>
      </pc:sldChg>
      <pc:sldChg chg="addSp delSp modSp add del replId">
        <pc:chgData name="Ivan Chemezov" userId="5d1d08b216c71d10" providerId="Windows Live" clId="Web-{6425E25B-3AA5-4A24-B21C-A7478AC98DD0}" dt="2018-12-04T07:47:44.315" v="812"/>
        <pc:sldMkLst>
          <pc:docMk/>
          <pc:sldMk cId="4156138074" sldId="289"/>
        </pc:sldMkLst>
        <pc:spChg chg="del mod">
          <ac:chgData name="Ivan Chemezov" userId="5d1d08b216c71d10" providerId="Windows Live" clId="Web-{6425E25B-3AA5-4A24-B21C-A7478AC98DD0}" dt="2018-12-04T07:39:49.621" v="633"/>
          <ac:spMkLst>
            <pc:docMk/>
            <pc:sldMk cId="4156138074" sldId="289"/>
            <ac:spMk id="8196" creationId="{2CAC00AD-7283-485E-AB92-1C7EC290A334}"/>
          </ac:spMkLst>
        </pc:spChg>
        <pc:graphicFrameChg chg="add mod modGraphic">
          <ac:chgData name="Ivan Chemezov" userId="5d1d08b216c71d10" providerId="Windows Live" clId="Web-{6425E25B-3AA5-4A24-B21C-A7478AC98DD0}" dt="2018-12-04T07:42:17.486" v="661" actId="14100"/>
          <ac:graphicFrameMkLst>
            <pc:docMk/>
            <pc:sldMk cId="4156138074" sldId="289"/>
            <ac:graphicFrameMk id="3" creationId="{0ABB01D8-9B63-4018-A3BC-3A4464FB8E17}"/>
          </ac:graphicFrameMkLst>
        </pc:graphicFrameChg>
        <pc:picChg chg="add del">
          <ac:chgData name="Ivan Chemezov" userId="5d1d08b216c71d10" providerId="Windows Live" clId="Web-{6425E25B-3AA5-4A24-B21C-A7478AC98DD0}" dt="2018-12-04T07:40:20.684" v="636"/>
          <ac:picMkLst>
            <pc:docMk/>
            <pc:sldMk cId="4156138074" sldId="289"/>
            <ac:picMk id="31" creationId="{3DA621A4-E897-40F4-AF6E-43BFF888A86A}"/>
          </ac:picMkLst>
        </pc:picChg>
        <pc:picChg chg="add del mod">
          <ac:chgData name="Ivan Chemezov" userId="5d1d08b216c71d10" providerId="Windows Live" clId="Web-{6425E25B-3AA5-4A24-B21C-A7478AC98DD0}" dt="2018-12-04T07:40:33.357" v="639"/>
          <ac:picMkLst>
            <pc:docMk/>
            <pc:sldMk cId="4156138074" sldId="289"/>
            <ac:picMk id="32" creationId="{0080B1B2-14D7-43CF-B22F-9A752A1E7DDD}"/>
          </ac:picMkLst>
        </pc:picChg>
        <pc:picChg chg="add del mod">
          <ac:chgData name="Ivan Chemezov" userId="5d1d08b216c71d10" providerId="Windows Live" clId="Web-{6425E25B-3AA5-4A24-B21C-A7478AC98DD0}" dt="2018-12-04T07:40:40.232" v="641"/>
          <ac:picMkLst>
            <pc:docMk/>
            <pc:sldMk cId="4156138074" sldId="289"/>
            <ac:picMk id="35" creationId="{87415A5B-5965-45F4-BB63-AC6552528511}"/>
          </ac:picMkLst>
        </pc:picChg>
      </pc:sldChg>
    </pc:docChg>
  </pc:docChgLst>
  <pc:docChgLst>
    <pc:chgData name="Ivan Chemezov" userId="5d1d08b216c71d10" providerId="Windows Live" clId="Web-{4D275E8C-CC8F-41ED-AAC5-9995AA041C4C}"/>
    <pc:docChg chg="modSld">
      <pc:chgData name="Ivan Chemezov" userId="5d1d08b216c71d10" providerId="Windows Live" clId="Web-{4D275E8C-CC8F-41ED-AAC5-9995AA041C4C}" dt="2018-12-04T04:01:40.505" v="451" actId="20577"/>
      <pc:docMkLst>
        <pc:docMk/>
      </pc:docMkLst>
      <pc:sldChg chg="modSp">
        <pc:chgData name="Ivan Chemezov" userId="5d1d08b216c71d10" providerId="Windows Live" clId="Web-{4D275E8C-CC8F-41ED-AAC5-9995AA041C4C}" dt="2018-12-04T03:52:14.838" v="205" actId="20577"/>
        <pc:sldMkLst>
          <pc:docMk/>
          <pc:sldMk cId="0" sldId="275"/>
        </pc:sldMkLst>
        <pc:spChg chg="mod">
          <ac:chgData name="Ivan Chemezov" userId="5d1d08b216c71d10" providerId="Windows Live" clId="Web-{4D275E8C-CC8F-41ED-AAC5-9995AA041C4C}" dt="2018-12-04T03:52:14.838" v="205" actId="20577"/>
          <ac:spMkLst>
            <pc:docMk/>
            <pc:sldMk cId="0" sldId="275"/>
            <ac:spMk id="6148" creationId="{928CE2B9-4C1B-4B4A-9F88-D37CD4486227}"/>
          </ac:spMkLst>
        </pc:spChg>
        <pc:graphicFrameChg chg="mod">
          <ac:chgData name="Ivan Chemezov" userId="5d1d08b216c71d10" providerId="Windows Live" clId="Web-{4D275E8C-CC8F-41ED-AAC5-9995AA041C4C}" dt="2018-12-04T03:49:18.085" v="160" actId="1076"/>
          <ac:graphicFrameMkLst>
            <pc:docMk/>
            <pc:sldMk cId="0" sldId="275"/>
            <ac:graphicFrameMk id="6149" creationId="{AAD985BE-80D3-477A-A309-02FE2A0BE4F7}"/>
          </ac:graphicFrameMkLst>
        </pc:graphicFrameChg>
      </pc:sldChg>
      <pc:sldChg chg="delSp">
        <pc:chgData name="Ivan Chemezov" userId="5d1d08b216c71d10" providerId="Windows Live" clId="Web-{4D275E8C-CC8F-41ED-AAC5-9995AA041C4C}" dt="2018-12-04T03:56:51.757" v="276"/>
        <pc:sldMkLst>
          <pc:docMk/>
          <pc:sldMk cId="0" sldId="277"/>
        </pc:sldMkLst>
        <pc:picChg chg="del">
          <ac:chgData name="Ivan Chemezov" userId="5d1d08b216c71d10" providerId="Windows Live" clId="Web-{4D275E8C-CC8F-41ED-AAC5-9995AA041C4C}" dt="2018-12-04T03:56:29.225" v="271"/>
          <ac:picMkLst>
            <pc:docMk/>
            <pc:sldMk cId="0" sldId="277"/>
            <ac:picMk id="7222" creationId="{C48EF1EE-8062-4EA2-AEEE-94FFB9829DEB}"/>
          </ac:picMkLst>
        </pc:picChg>
        <pc:picChg chg="del">
          <ac:chgData name="Ivan Chemezov" userId="5d1d08b216c71d10" providerId="Windows Live" clId="Web-{4D275E8C-CC8F-41ED-AAC5-9995AA041C4C}" dt="2018-12-04T03:56:51.757" v="276"/>
          <ac:picMkLst>
            <pc:docMk/>
            <pc:sldMk cId="0" sldId="277"/>
            <ac:picMk id="7223" creationId="{D34B2FF3-DDA5-4CF6-9AF1-C30657D463BB}"/>
          </ac:picMkLst>
        </pc:picChg>
        <pc:picChg chg="del">
          <ac:chgData name="Ivan Chemezov" userId="5d1d08b216c71d10" providerId="Windows Live" clId="Web-{4D275E8C-CC8F-41ED-AAC5-9995AA041C4C}" dt="2018-12-04T03:56:40.397" v="274"/>
          <ac:picMkLst>
            <pc:docMk/>
            <pc:sldMk cId="0" sldId="277"/>
            <ac:picMk id="7224" creationId="{CB556D6B-5209-4648-90E2-B68431DD17F0}"/>
          </ac:picMkLst>
        </pc:picChg>
      </pc:sldChg>
      <pc:sldChg chg="addSp delSp modSp mod setBg setClrOvrMap">
        <pc:chgData name="Ivan Chemezov" userId="5d1d08b216c71d10" providerId="Windows Live" clId="Web-{4D275E8C-CC8F-41ED-AAC5-9995AA041C4C}" dt="2018-12-04T04:01:40.505" v="450" actId="20577"/>
        <pc:sldMkLst>
          <pc:docMk/>
          <pc:sldMk cId="623684997" sldId="286"/>
        </pc:sldMkLst>
        <pc:spChg chg="mod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5" creationId="{21CF8F64-B7FD-457A-A4BC-557CEDD38423}"/>
          </ac:spMkLst>
        </pc:spChg>
        <pc:spChg chg="add mod">
          <ac:chgData name="Ivan Chemezov" userId="5d1d08b216c71d10" providerId="Windows Live" clId="Web-{4D275E8C-CC8F-41ED-AAC5-9995AA041C4C}" dt="2018-12-04T04:00:34.424" v="410" actId="20577"/>
          <ac:spMkLst>
            <pc:docMk/>
            <pc:sldMk cId="623684997" sldId="286"/>
            <ac:spMk id="9" creationId="{D2B68866-CC2E-43F8-80C1-165CF23BA256}"/>
          </ac:spMkLst>
        </pc:spChg>
        <pc:spChg chg="add mod">
          <ac:chgData name="Ivan Chemezov" userId="5d1d08b216c71d10" providerId="Windows Live" clId="Web-{4D275E8C-CC8F-41ED-AAC5-9995AA041C4C}" dt="2018-12-04T04:01:40.505" v="450" actId="20577"/>
          <ac:spMkLst>
            <pc:docMk/>
            <pc:sldMk cId="623684997" sldId="286"/>
            <ac:spMk id="10" creationId="{D23698C1-5099-4231-A1A7-113CBC8DE8AB}"/>
          </ac:spMkLst>
        </pc:spChg>
        <pc:spChg chg="add del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72" creationId="{54A709FC-1ADC-45CD-856D-3B1A50C58388}"/>
          </ac:spMkLst>
        </pc:spChg>
        <pc:spChg chg="add del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74" creationId="{AE67272E-0E66-4396-9C0C-4E154CCE2052}"/>
          </ac:spMkLst>
        </pc:spChg>
        <pc:spChg chg="add del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76" creationId="{BFC6224A-7B8A-4699-99DC-A6C9CD6171C4}"/>
          </ac:spMkLst>
        </pc:spChg>
        <pc:spChg chg="add del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78" creationId="{59156A24-128C-4054-AAFF-F8CA5BA0E79C}"/>
          </ac:spMkLst>
        </pc:spChg>
        <pc:spChg chg="add del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80" creationId="{BCB8E572-32F0-4C78-B268-2702C859FDB6}"/>
          </ac:spMkLst>
        </pc:spChg>
        <pc:spChg chg="add del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82" creationId="{0611C424-EB44-492D-9C48-78BB0D5DC97F}"/>
          </ac:spMkLst>
        </pc:spChg>
        <pc:spChg chg="add del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84" creationId="{646E8F12-06B4-4D6B-866C-1743B253C8CE}"/>
          </ac:spMkLst>
        </pc:spChg>
        <pc:spChg chg="add del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86" creationId="{3CC324B9-DFFF-42F1-8D81-AAD42554BDA0}"/>
          </ac:spMkLst>
        </pc:spChg>
        <pc:spChg chg="mod ord">
          <ac:chgData name="Ivan Chemezov" userId="5d1d08b216c71d10" providerId="Windows Live" clId="Web-{4D275E8C-CC8F-41ED-AAC5-9995AA041C4C}" dt="2018-12-04T03:57:23.399" v="281"/>
          <ac:spMkLst>
            <pc:docMk/>
            <pc:sldMk cId="623684997" sldId="286"/>
            <ac:spMk id="11267" creationId="{CB22E5E6-3D92-451A-8C86-3BA5941A86E5}"/>
          </ac:spMkLst>
        </pc:spChg>
        <pc:picChg chg="add mod">
          <ac:chgData name="Ivan Chemezov" userId="5d1d08b216c71d10" providerId="Windows Live" clId="Web-{4D275E8C-CC8F-41ED-AAC5-9995AA041C4C}" dt="2018-12-04T03:57:48.885" v="287" actId="1076"/>
          <ac:picMkLst>
            <pc:docMk/>
            <pc:sldMk cId="623684997" sldId="286"/>
            <ac:picMk id="2" creationId="{CBF48D3D-3A28-4B6F-9A7A-5BCFC78562F3}"/>
          </ac:picMkLst>
        </pc:picChg>
        <pc:picChg chg="add mod">
          <ac:chgData name="Ivan Chemezov" userId="5d1d08b216c71d10" providerId="Windows Live" clId="Web-{4D275E8C-CC8F-41ED-AAC5-9995AA041C4C}" dt="2018-12-04T03:57:51.150" v="288" actId="1076"/>
          <ac:picMkLst>
            <pc:docMk/>
            <pc:sldMk cId="623684997" sldId="286"/>
            <ac:picMk id="4" creationId="{90BD63AA-4D07-4E7A-981B-A67B4C8B5BFA}"/>
          </ac:picMkLst>
        </pc:picChg>
        <pc:picChg chg="add mod">
          <ac:chgData name="Ivan Chemezov" userId="5d1d08b216c71d10" providerId="Windows Live" clId="Web-{4D275E8C-CC8F-41ED-AAC5-9995AA041C4C}" dt="2018-12-04T03:57:41.228" v="285" actId="1076"/>
          <ac:picMkLst>
            <pc:docMk/>
            <pc:sldMk cId="623684997" sldId="286"/>
            <ac:picMk id="7" creationId="{C9AECB16-6060-4D8F-9C3B-26B054E1F443}"/>
          </ac:picMkLst>
        </pc:picChg>
        <pc:picChg chg="mod ord">
          <ac:chgData name="Ivan Chemezov" userId="5d1d08b216c71d10" providerId="Windows Live" clId="Web-{4D275E8C-CC8F-41ED-AAC5-9995AA041C4C}" dt="2018-12-04T03:57:23.399" v="281"/>
          <ac:picMkLst>
            <pc:docMk/>
            <pc:sldMk cId="623684997" sldId="286"/>
            <ac:picMk id="11266" creationId="{33FE1FED-7457-4CAF-8067-30380219F549}"/>
          </ac:picMkLst>
        </pc:picChg>
      </pc:sldChg>
    </pc:docChg>
  </pc:docChgLst>
  <pc:docChgLst>
    <pc:chgData name="Ivan Chemezov" userId="5d1d08b216c71d10" providerId="Windows Live" clId="Web-{7799FE14-6700-46FF-9E2F-60A6F46DB89A}"/>
    <pc:docChg chg="addSld delSld modSld sldOrd">
      <pc:chgData name="Ivan Chemezov" userId="5d1d08b216c71d10" providerId="Windows Live" clId="Web-{7799FE14-6700-46FF-9E2F-60A6F46DB89A}" dt="2018-12-04T02:24:30.931" v="233" actId="20577"/>
      <pc:docMkLst>
        <pc:docMk/>
      </pc:docMkLst>
      <pc:sldChg chg="modSp ord">
        <pc:chgData name="Ivan Chemezov" userId="5d1d08b216c71d10" providerId="Windows Live" clId="Web-{7799FE14-6700-46FF-9E2F-60A6F46DB89A}" dt="2018-12-04T02:20:23.555" v="163" actId="20577"/>
        <pc:sldMkLst>
          <pc:docMk/>
          <pc:sldMk cId="0" sldId="273"/>
        </pc:sldMkLst>
        <pc:spChg chg="mod">
          <ac:chgData name="Ivan Chemezov" userId="5d1d08b216c71d10" providerId="Windows Live" clId="Web-{7799FE14-6700-46FF-9E2F-60A6F46DB89A}" dt="2018-12-04T02:19:52.039" v="152" actId="20577"/>
          <ac:spMkLst>
            <pc:docMk/>
            <pc:sldMk cId="0" sldId="273"/>
            <ac:spMk id="2" creationId="{E108D3FF-8F52-47E8-B599-C9534F365261}"/>
          </ac:spMkLst>
        </pc:spChg>
        <pc:spChg chg="mod">
          <ac:chgData name="Ivan Chemezov" userId="5d1d08b216c71d10" providerId="Windows Live" clId="Web-{7799FE14-6700-46FF-9E2F-60A6F46DB89A}" dt="2018-12-04T02:20:23.555" v="163" actId="20577"/>
          <ac:spMkLst>
            <pc:docMk/>
            <pc:sldMk cId="0" sldId="273"/>
            <ac:spMk id="5125" creationId="{5DC583E9-ADE8-41A6-B9D4-46CBCF2620A9}"/>
          </ac:spMkLst>
        </pc:spChg>
      </pc:sldChg>
      <pc:sldChg chg="addSp delSp ord">
        <pc:chgData name="Ivan Chemezov" userId="5d1d08b216c71d10" providerId="Windows Live" clId="Web-{7799FE14-6700-46FF-9E2F-60A6F46DB89A}" dt="2018-12-04T02:23:28.728" v="224"/>
        <pc:sldMkLst>
          <pc:docMk/>
          <pc:sldMk cId="0" sldId="274"/>
        </pc:sldMkLst>
        <pc:picChg chg="add del">
          <ac:chgData name="Ivan Chemezov" userId="5d1d08b216c71d10" providerId="Windows Live" clId="Web-{7799FE14-6700-46FF-9E2F-60A6F46DB89A}" dt="2018-12-04T02:23:11.743" v="223"/>
          <ac:picMkLst>
            <pc:docMk/>
            <pc:sldMk cId="0" sldId="274"/>
            <ac:picMk id="4098" creationId="{99BEFBE4-2B5A-45F1-9937-DC5CA84A0DEE}"/>
          </ac:picMkLst>
        </pc:picChg>
      </pc:sldChg>
      <pc:sldChg chg="ord">
        <pc:chgData name="Ivan Chemezov" userId="5d1d08b216c71d10" providerId="Windows Live" clId="Web-{7799FE14-6700-46FF-9E2F-60A6F46DB89A}" dt="2018-12-04T02:20:39.899" v="165"/>
        <pc:sldMkLst>
          <pc:docMk/>
          <pc:sldMk cId="0" sldId="277"/>
        </pc:sldMkLst>
      </pc:sldChg>
      <pc:sldChg chg="modSp">
        <pc:chgData name="Ivan Chemezov" userId="5d1d08b216c71d10" providerId="Windows Live" clId="Web-{7799FE14-6700-46FF-9E2F-60A6F46DB89A}" dt="2018-12-04T02:15:43.850" v="19" actId="20577"/>
        <pc:sldMkLst>
          <pc:docMk/>
          <pc:sldMk cId="0" sldId="279"/>
        </pc:sldMkLst>
        <pc:spChg chg="mod">
          <ac:chgData name="Ivan Chemezov" userId="5d1d08b216c71d10" providerId="Windows Live" clId="Web-{7799FE14-6700-46FF-9E2F-60A6F46DB89A}" dt="2018-12-04T02:15:43.850" v="19" actId="20577"/>
          <ac:spMkLst>
            <pc:docMk/>
            <pc:sldMk cId="0" sldId="279"/>
            <ac:spMk id="2" creationId="{9D146ADD-A65F-4FF1-BFE6-FB08B599F175}"/>
          </ac:spMkLst>
        </pc:spChg>
      </pc:sldChg>
      <pc:sldChg chg="modSp">
        <pc:chgData name="Ivan Chemezov" userId="5d1d08b216c71d10" providerId="Windows Live" clId="Web-{7799FE14-6700-46FF-9E2F-60A6F46DB89A}" dt="2018-12-04T02:19:24.429" v="150" actId="14100"/>
        <pc:sldMkLst>
          <pc:docMk/>
          <pc:sldMk cId="0" sldId="282"/>
        </pc:sldMkLst>
        <pc:spChg chg="mod">
          <ac:chgData name="Ivan Chemezov" userId="5d1d08b216c71d10" providerId="Windows Live" clId="Web-{7799FE14-6700-46FF-9E2F-60A6F46DB89A}" dt="2018-12-04T02:19:24.429" v="150" actId="14100"/>
          <ac:spMkLst>
            <pc:docMk/>
            <pc:sldMk cId="0" sldId="282"/>
            <ac:spMk id="3077" creationId="{4B176515-885E-4041-9AF0-0168421888D4}"/>
          </ac:spMkLst>
        </pc:spChg>
      </pc:sldChg>
      <pc:sldChg chg="addSp modSp add replId">
        <pc:chgData name="Ivan Chemezov" userId="5d1d08b216c71d10" providerId="Windows Live" clId="Web-{7799FE14-6700-46FF-9E2F-60A6F46DB89A}" dt="2018-12-04T02:17:27.194" v="68" actId="1076"/>
        <pc:sldMkLst>
          <pc:docMk/>
          <pc:sldMk cId="287278492" sldId="285"/>
        </pc:sldMkLst>
        <pc:spChg chg="add mod">
          <ac:chgData name="Ivan Chemezov" userId="5d1d08b216c71d10" providerId="Windows Live" clId="Web-{7799FE14-6700-46FF-9E2F-60A6F46DB89A}" dt="2018-12-04T02:17:27.194" v="68" actId="1076"/>
          <ac:spMkLst>
            <pc:docMk/>
            <pc:sldMk cId="287278492" sldId="285"/>
            <ac:spMk id="5" creationId="{21CF8F64-B7FD-457A-A4BC-557CEDD38423}"/>
          </ac:spMkLst>
        </pc:spChg>
        <pc:spChg chg="mod">
          <ac:chgData name="Ivan Chemezov" userId="5d1d08b216c71d10" providerId="Windows Live" clId="Web-{7799FE14-6700-46FF-9E2F-60A6F46DB89A}" dt="2018-12-04T02:16:18.475" v="25" actId="1076"/>
          <ac:spMkLst>
            <pc:docMk/>
            <pc:sldMk cId="287278492" sldId="285"/>
            <ac:spMk id="11267" creationId="{CB22E5E6-3D92-451A-8C86-3BA5941A86E5}"/>
          </ac:spMkLst>
        </pc:spChg>
        <pc:spChg chg="mod">
          <ac:chgData name="Ivan Chemezov" userId="5d1d08b216c71d10" providerId="Windows Live" clId="Web-{7799FE14-6700-46FF-9E2F-60A6F46DB89A}" dt="2018-12-04T02:16:24.053" v="26" actId="1076"/>
          <ac:spMkLst>
            <pc:docMk/>
            <pc:sldMk cId="287278492" sldId="285"/>
            <ac:spMk id="11268" creationId="{65914EC3-D8C9-4899-B0CD-B3ED0A6F4A65}"/>
          </ac:spMkLst>
        </pc:spChg>
      </pc:sldChg>
      <pc:sldChg chg="delSp modSp add ord replId">
        <pc:chgData name="Ivan Chemezov" userId="5d1d08b216c71d10" providerId="Windows Live" clId="Web-{7799FE14-6700-46FF-9E2F-60A6F46DB89A}" dt="2018-12-04T02:24:26.884" v="231" actId="20577"/>
        <pc:sldMkLst>
          <pc:docMk/>
          <pc:sldMk cId="623684997" sldId="286"/>
        </pc:sldMkLst>
        <pc:spChg chg="mod">
          <ac:chgData name="Ivan Chemezov" userId="5d1d08b216c71d10" providerId="Windows Live" clId="Web-{7799FE14-6700-46FF-9E2F-60A6F46DB89A}" dt="2018-12-04T02:24:26.884" v="231" actId="20577"/>
          <ac:spMkLst>
            <pc:docMk/>
            <pc:sldMk cId="623684997" sldId="286"/>
            <ac:spMk id="5" creationId="{21CF8F64-B7FD-457A-A4BC-557CEDD38423}"/>
          </ac:spMkLst>
        </pc:spChg>
        <pc:spChg chg="mod">
          <ac:chgData name="Ivan Chemezov" userId="5d1d08b216c71d10" providerId="Windows Live" clId="Web-{7799FE14-6700-46FF-9E2F-60A6F46DB89A}" dt="2018-12-04T02:22:41.165" v="221" actId="14100"/>
          <ac:spMkLst>
            <pc:docMk/>
            <pc:sldMk cId="623684997" sldId="286"/>
            <ac:spMk id="11267" creationId="{CB22E5E6-3D92-451A-8C86-3BA5941A86E5}"/>
          </ac:spMkLst>
        </pc:spChg>
        <pc:spChg chg="del">
          <ac:chgData name="Ivan Chemezov" userId="5d1d08b216c71d10" providerId="Windows Live" clId="Web-{7799FE14-6700-46FF-9E2F-60A6F46DB89A}" dt="2018-12-04T02:21:42.712" v="193"/>
          <ac:spMkLst>
            <pc:docMk/>
            <pc:sldMk cId="623684997" sldId="286"/>
            <ac:spMk id="11268" creationId="{65914EC3-D8C9-4899-B0CD-B3ED0A6F4A65}"/>
          </ac:spMkLst>
        </pc:spChg>
      </pc:sldChg>
      <pc:sldChg chg="add replId">
        <pc:chgData name="Ivan Chemezov" userId="5d1d08b216c71d10" providerId="Windows Live" clId="Web-{7799FE14-6700-46FF-9E2F-60A6F46DB89A}" dt="2018-12-04T02:23:48.869" v="225"/>
        <pc:sldMkLst>
          <pc:docMk/>
          <pc:sldMk cId="1170649896" sldId="287"/>
        </pc:sldMkLst>
      </pc:sldChg>
      <pc:sldChg chg="add del replId">
        <pc:chgData name="Ivan Chemezov" userId="5d1d08b216c71d10" providerId="Windows Live" clId="Web-{7799FE14-6700-46FF-9E2F-60A6F46DB89A}" dt="2018-12-04T02:24:10.509" v="227"/>
        <pc:sldMkLst>
          <pc:docMk/>
          <pc:sldMk cId="3950118276" sldId="288"/>
        </pc:sldMkLst>
      </pc:sldChg>
    </pc:docChg>
  </pc:docChgLst>
  <pc:docChgLst>
    <pc:chgData name="Ivan Chemezov" userId="5d1d08b216c71d10" providerId="Windows Live" clId="Web-{30C3B8E5-F121-4EAA-B395-9EC6BB0767FC}"/>
    <pc:docChg chg="modSld">
      <pc:chgData name="Ivan Chemezov" userId="5d1d08b216c71d10" providerId="Windows Live" clId="Web-{30C3B8E5-F121-4EAA-B395-9EC6BB0767FC}" dt="2018-12-06T10:46:35.238" v="16" actId="20577"/>
      <pc:docMkLst>
        <pc:docMk/>
      </pc:docMkLst>
      <pc:sldChg chg="modSp">
        <pc:chgData name="Ivan Chemezov" userId="5d1d08b216c71d10" providerId="Windows Live" clId="Web-{30C3B8E5-F121-4EAA-B395-9EC6BB0767FC}" dt="2018-12-06T10:46:35.238" v="15" actId="20577"/>
        <pc:sldMkLst>
          <pc:docMk/>
          <pc:sldMk cId="287278492" sldId="285"/>
        </pc:sldMkLst>
        <pc:spChg chg="mod">
          <ac:chgData name="Ivan Chemezov" userId="5d1d08b216c71d10" providerId="Windows Live" clId="Web-{30C3B8E5-F121-4EAA-B395-9EC6BB0767FC}" dt="2018-12-06T10:46:35.238" v="15" actId="20577"/>
          <ac:spMkLst>
            <pc:docMk/>
            <pc:sldMk cId="287278492" sldId="285"/>
            <ac:spMk id="5" creationId="{21CF8F64-B7FD-457A-A4BC-557CEDD38423}"/>
          </ac:spMkLst>
        </pc:spChg>
      </pc:sldChg>
      <pc:sldChg chg="modSp">
        <pc:chgData name="Ivan Chemezov" userId="5d1d08b216c71d10" providerId="Windows Live" clId="Web-{30C3B8E5-F121-4EAA-B395-9EC6BB0767FC}" dt="2018-12-06T10:45:32.377" v="3" actId="1076"/>
        <pc:sldMkLst>
          <pc:docMk/>
          <pc:sldMk cId="623684997" sldId="286"/>
        </pc:sldMkLst>
        <pc:spChg chg="mod">
          <ac:chgData name="Ivan Chemezov" userId="5d1d08b216c71d10" providerId="Windows Live" clId="Web-{30C3B8E5-F121-4EAA-B395-9EC6BB0767FC}" dt="2018-12-06T10:45:32.377" v="3" actId="1076"/>
          <ac:spMkLst>
            <pc:docMk/>
            <pc:sldMk cId="623684997" sldId="286"/>
            <ac:spMk id="5" creationId="{21CF8F64-B7FD-457A-A4BC-557CEDD38423}"/>
          </ac:spMkLst>
        </pc:spChg>
      </pc:sldChg>
      <pc:sldChg chg="modSp">
        <pc:chgData name="Ivan Chemezov" userId="5d1d08b216c71d10" providerId="Windows Live" clId="Web-{30C3B8E5-F121-4EAA-B395-9EC6BB0767FC}" dt="2018-12-06T10:46:24.457" v="12" actId="1076"/>
        <pc:sldMkLst>
          <pc:docMk/>
          <pc:sldMk cId="1170649896" sldId="287"/>
        </pc:sldMkLst>
        <pc:spChg chg="mod">
          <ac:chgData name="Ivan Chemezov" userId="5d1d08b216c71d10" providerId="Windows Live" clId="Web-{30C3B8E5-F121-4EAA-B395-9EC6BB0767FC}" dt="2018-12-06T10:46:24.457" v="12" actId="1076"/>
          <ac:spMkLst>
            <pc:docMk/>
            <pc:sldMk cId="1170649896" sldId="287"/>
            <ac:spMk id="5" creationId="{21CF8F64-B7FD-457A-A4BC-557CEDD38423}"/>
          </ac:spMkLst>
        </pc:spChg>
      </pc:sldChg>
    </pc:docChg>
  </pc:docChgLst>
  <pc:docChgLst>
    <pc:chgData name="Ivan Chemezov" userId="5d1d08b216c71d10" providerId="Windows Live" clId="Web-{D0A33655-D564-4F81-BDA6-FAEBB8FD89B8}"/>
    <pc:docChg chg="modSld sldOrd">
      <pc:chgData name="Ivan Chemezov" userId="5d1d08b216c71d10" providerId="Windows Live" clId="Web-{D0A33655-D564-4F81-BDA6-FAEBB8FD89B8}" dt="2018-12-04T04:11:05.298" v="147" actId="20577"/>
      <pc:docMkLst>
        <pc:docMk/>
      </pc:docMkLst>
      <pc:sldChg chg="addSp modSp ord">
        <pc:chgData name="Ivan Chemezov" userId="5d1d08b216c71d10" providerId="Windows Live" clId="Web-{D0A33655-D564-4F81-BDA6-FAEBB8FD89B8}" dt="2018-12-04T04:08:26.089" v="107"/>
        <pc:sldMkLst>
          <pc:docMk/>
          <pc:sldMk cId="0" sldId="277"/>
        </pc:sldMkLst>
        <pc:picChg chg="add mod">
          <ac:chgData name="Ivan Chemezov" userId="5d1d08b216c71d10" providerId="Windows Live" clId="Web-{D0A33655-D564-4F81-BDA6-FAEBB8FD89B8}" dt="2018-12-04T04:07:13.853" v="98" actId="14100"/>
          <ac:picMkLst>
            <pc:docMk/>
            <pc:sldMk cId="0" sldId="277"/>
            <ac:picMk id="3" creationId="{E51F3FF9-D9B6-4780-BE69-CA54D0221740}"/>
          </ac:picMkLst>
        </pc:picChg>
        <pc:picChg chg="add mod">
          <ac:chgData name="Ivan Chemezov" userId="5d1d08b216c71d10" providerId="Windows Live" clId="Web-{D0A33655-D564-4F81-BDA6-FAEBB8FD89B8}" dt="2018-12-04T04:07:31.525" v="101" actId="1076"/>
          <ac:picMkLst>
            <pc:docMk/>
            <pc:sldMk cId="0" sldId="277"/>
            <ac:picMk id="4" creationId="{3E166860-F1D0-46F2-B719-32646A02BD31}"/>
          </ac:picMkLst>
        </pc:picChg>
        <pc:picChg chg="add mod">
          <ac:chgData name="Ivan Chemezov" userId="5d1d08b216c71d10" providerId="Windows Live" clId="Web-{D0A33655-D564-4F81-BDA6-FAEBB8FD89B8}" dt="2018-12-04T04:07:53.557" v="105" actId="1076"/>
          <ac:picMkLst>
            <pc:docMk/>
            <pc:sldMk cId="0" sldId="277"/>
            <ac:picMk id="7" creationId="{90DECF9F-F667-48CF-990C-8679321ABF42}"/>
          </ac:picMkLst>
        </pc:picChg>
      </pc:sldChg>
      <pc:sldChg chg="addSp delSp modSp">
        <pc:chgData name="Ivan Chemezov" userId="5d1d08b216c71d10" providerId="Windows Live" clId="Web-{D0A33655-D564-4F81-BDA6-FAEBB8FD89B8}" dt="2018-12-04T04:09:55.062" v="139" actId="20577"/>
        <pc:sldMkLst>
          <pc:docMk/>
          <pc:sldMk cId="623684997" sldId="286"/>
        </pc:sldMkLst>
        <pc:spChg chg="mod">
          <ac:chgData name="Ivan Chemezov" userId="5d1d08b216c71d10" providerId="Windows Live" clId="Web-{D0A33655-D564-4F81-BDA6-FAEBB8FD89B8}" dt="2018-12-04T04:04:28.582" v="55" actId="20577"/>
          <ac:spMkLst>
            <pc:docMk/>
            <pc:sldMk cId="623684997" sldId="286"/>
            <ac:spMk id="10" creationId="{D23698C1-5099-4231-A1A7-113CBC8DE8AB}"/>
          </ac:spMkLst>
        </pc:spChg>
        <pc:spChg chg="add mod">
          <ac:chgData name="Ivan Chemezov" userId="5d1d08b216c71d10" providerId="Windows Live" clId="Web-{D0A33655-D564-4F81-BDA6-FAEBB8FD89B8}" dt="2018-12-04T04:09:55.062" v="139" actId="20577"/>
          <ac:spMkLst>
            <pc:docMk/>
            <pc:sldMk cId="623684997" sldId="286"/>
            <ac:spMk id="11" creationId="{E2B71BF0-A39B-4545-8679-0CE5CA8C0E0F}"/>
          </ac:spMkLst>
        </pc:spChg>
        <pc:spChg chg="mod">
          <ac:chgData name="Ivan Chemezov" userId="5d1d08b216c71d10" providerId="Windows Live" clId="Web-{D0A33655-D564-4F81-BDA6-FAEBB8FD89B8}" dt="2018-12-04T04:06:47.508" v="95" actId="20577"/>
          <ac:spMkLst>
            <pc:docMk/>
            <pc:sldMk cId="623684997" sldId="286"/>
            <ac:spMk id="11267" creationId="{CB22E5E6-3D92-451A-8C86-3BA5941A86E5}"/>
          </ac:spMkLst>
        </pc:spChg>
        <pc:picChg chg="add del">
          <ac:chgData name="Ivan Chemezov" userId="5d1d08b216c71d10" providerId="Windows Live" clId="Web-{D0A33655-D564-4F81-BDA6-FAEBB8FD89B8}" dt="2018-12-04T04:07:40.463" v="103"/>
          <ac:picMkLst>
            <pc:docMk/>
            <pc:sldMk cId="623684997" sldId="286"/>
            <ac:picMk id="7" creationId="{C9AECB16-6060-4D8F-9C3B-26B054E1F443}"/>
          </ac:picMkLst>
        </pc:picChg>
      </pc:sldChg>
      <pc:sldChg chg="modSp ord">
        <pc:chgData name="Ivan Chemezov" userId="5d1d08b216c71d10" providerId="Windows Live" clId="Web-{D0A33655-D564-4F81-BDA6-FAEBB8FD89B8}" dt="2018-12-04T04:11:05.298" v="147" actId="20577"/>
        <pc:sldMkLst>
          <pc:docMk/>
          <pc:sldMk cId="1170649896" sldId="287"/>
        </pc:sldMkLst>
        <pc:spChg chg="mod">
          <ac:chgData name="Ivan Chemezov" userId="5d1d08b216c71d10" providerId="Windows Live" clId="Web-{D0A33655-D564-4F81-BDA6-FAEBB8FD89B8}" dt="2018-12-04T04:11:05.298" v="147" actId="20577"/>
          <ac:spMkLst>
            <pc:docMk/>
            <pc:sldMk cId="1170649896" sldId="287"/>
            <ac:spMk id="11267" creationId="{CB22E5E6-3D92-451A-8C86-3BA5941A86E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K:\&#1059;&#1084;&#1085;&#1080;&#1082;\final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K:\&#1059;&#1084;&#1085;&#1080;&#1082;\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0"/>
          <c:tx>
            <c:v>Предыдущие технологии</c:v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Лист1!$A$1:$A$1200</c:f>
              <c:numCache>
                <c:formatCode>General</c:formatCode>
                <c:ptCount val="1200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  <c:pt idx="211">
                  <c:v>2110</c:v>
                </c:pt>
                <c:pt idx="212">
                  <c:v>2120</c:v>
                </c:pt>
                <c:pt idx="213">
                  <c:v>2130</c:v>
                </c:pt>
                <c:pt idx="214">
                  <c:v>2140</c:v>
                </c:pt>
                <c:pt idx="215">
                  <c:v>2150</c:v>
                </c:pt>
                <c:pt idx="216">
                  <c:v>2160</c:v>
                </c:pt>
                <c:pt idx="217">
                  <c:v>2170</c:v>
                </c:pt>
                <c:pt idx="218">
                  <c:v>2180</c:v>
                </c:pt>
                <c:pt idx="219">
                  <c:v>2190</c:v>
                </c:pt>
                <c:pt idx="220">
                  <c:v>2200</c:v>
                </c:pt>
                <c:pt idx="221">
                  <c:v>2210</c:v>
                </c:pt>
                <c:pt idx="222">
                  <c:v>2220</c:v>
                </c:pt>
                <c:pt idx="223">
                  <c:v>2230</c:v>
                </c:pt>
                <c:pt idx="224">
                  <c:v>2240</c:v>
                </c:pt>
                <c:pt idx="225">
                  <c:v>2250</c:v>
                </c:pt>
                <c:pt idx="226">
                  <c:v>2260</c:v>
                </c:pt>
                <c:pt idx="227">
                  <c:v>2270</c:v>
                </c:pt>
                <c:pt idx="228">
                  <c:v>2280</c:v>
                </c:pt>
                <c:pt idx="229">
                  <c:v>2290</c:v>
                </c:pt>
                <c:pt idx="230">
                  <c:v>2300</c:v>
                </c:pt>
                <c:pt idx="231">
                  <c:v>2310</c:v>
                </c:pt>
                <c:pt idx="232">
                  <c:v>2320</c:v>
                </c:pt>
                <c:pt idx="233">
                  <c:v>2330</c:v>
                </c:pt>
                <c:pt idx="234">
                  <c:v>2340</c:v>
                </c:pt>
                <c:pt idx="235">
                  <c:v>2350</c:v>
                </c:pt>
                <c:pt idx="236">
                  <c:v>2360</c:v>
                </c:pt>
                <c:pt idx="237">
                  <c:v>2370</c:v>
                </c:pt>
                <c:pt idx="238">
                  <c:v>2380</c:v>
                </c:pt>
                <c:pt idx="239">
                  <c:v>2390</c:v>
                </c:pt>
                <c:pt idx="240">
                  <c:v>2400</c:v>
                </c:pt>
                <c:pt idx="241">
                  <c:v>2410</c:v>
                </c:pt>
                <c:pt idx="242">
                  <c:v>2420</c:v>
                </c:pt>
                <c:pt idx="243">
                  <c:v>2430</c:v>
                </c:pt>
                <c:pt idx="244">
                  <c:v>2440</c:v>
                </c:pt>
                <c:pt idx="245">
                  <c:v>2450</c:v>
                </c:pt>
                <c:pt idx="246">
                  <c:v>2460</c:v>
                </c:pt>
                <c:pt idx="247">
                  <c:v>2470</c:v>
                </c:pt>
                <c:pt idx="248">
                  <c:v>2480</c:v>
                </c:pt>
                <c:pt idx="249">
                  <c:v>2490</c:v>
                </c:pt>
                <c:pt idx="250">
                  <c:v>2500</c:v>
                </c:pt>
                <c:pt idx="251">
                  <c:v>2510</c:v>
                </c:pt>
                <c:pt idx="252">
                  <c:v>2520</c:v>
                </c:pt>
                <c:pt idx="253">
                  <c:v>2530</c:v>
                </c:pt>
                <c:pt idx="254">
                  <c:v>2540</c:v>
                </c:pt>
                <c:pt idx="255">
                  <c:v>2550</c:v>
                </c:pt>
                <c:pt idx="256">
                  <c:v>2560</c:v>
                </c:pt>
                <c:pt idx="257">
                  <c:v>2570</c:v>
                </c:pt>
                <c:pt idx="258">
                  <c:v>2580</c:v>
                </c:pt>
                <c:pt idx="259">
                  <c:v>2590</c:v>
                </c:pt>
                <c:pt idx="260">
                  <c:v>2600</c:v>
                </c:pt>
                <c:pt idx="261">
                  <c:v>2610</c:v>
                </c:pt>
                <c:pt idx="262">
                  <c:v>2620</c:v>
                </c:pt>
                <c:pt idx="263">
                  <c:v>2630</c:v>
                </c:pt>
                <c:pt idx="264">
                  <c:v>2640</c:v>
                </c:pt>
                <c:pt idx="265">
                  <c:v>2650</c:v>
                </c:pt>
                <c:pt idx="266">
                  <c:v>2660</c:v>
                </c:pt>
                <c:pt idx="267">
                  <c:v>2670</c:v>
                </c:pt>
                <c:pt idx="268">
                  <c:v>2680</c:v>
                </c:pt>
                <c:pt idx="269">
                  <c:v>2690</c:v>
                </c:pt>
                <c:pt idx="270">
                  <c:v>2700</c:v>
                </c:pt>
                <c:pt idx="271">
                  <c:v>2710</c:v>
                </c:pt>
                <c:pt idx="272">
                  <c:v>2720</c:v>
                </c:pt>
                <c:pt idx="273">
                  <c:v>2730</c:v>
                </c:pt>
                <c:pt idx="274">
                  <c:v>2740</c:v>
                </c:pt>
                <c:pt idx="275">
                  <c:v>2750</c:v>
                </c:pt>
                <c:pt idx="276">
                  <c:v>2760</c:v>
                </c:pt>
                <c:pt idx="277">
                  <c:v>2770</c:v>
                </c:pt>
                <c:pt idx="278">
                  <c:v>2780</c:v>
                </c:pt>
                <c:pt idx="279">
                  <c:v>2790</c:v>
                </c:pt>
                <c:pt idx="280">
                  <c:v>2800</c:v>
                </c:pt>
                <c:pt idx="281">
                  <c:v>2810</c:v>
                </c:pt>
                <c:pt idx="282">
                  <c:v>2820</c:v>
                </c:pt>
                <c:pt idx="283">
                  <c:v>2830</c:v>
                </c:pt>
                <c:pt idx="284">
                  <c:v>2840</c:v>
                </c:pt>
                <c:pt idx="285">
                  <c:v>2850</c:v>
                </c:pt>
                <c:pt idx="286">
                  <c:v>2860</c:v>
                </c:pt>
                <c:pt idx="287">
                  <c:v>2870</c:v>
                </c:pt>
                <c:pt idx="288">
                  <c:v>2880</c:v>
                </c:pt>
                <c:pt idx="289">
                  <c:v>2890</c:v>
                </c:pt>
                <c:pt idx="290">
                  <c:v>2900</c:v>
                </c:pt>
                <c:pt idx="291">
                  <c:v>2910</c:v>
                </c:pt>
                <c:pt idx="292">
                  <c:v>2920</c:v>
                </c:pt>
                <c:pt idx="293">
                  <c:v>2930</c:v>
                </c:pt>
                <c:pt idx="294">
                  <c:v>2940</c:v>
                </c:pt>
                <c:pt idx="295">
                  <c:v>2950</c:v>
                </c:pt>
                <c:pt idx="296">
                  <c:v>2960</c:v>
                </c:pt>
                <c:pt idx="297">
                  <c:v>2970</c:v>
                </c:pt>
                <c:pt idx="298">
                  <c:v>2980</c:v>
                </c:pt>
                <c:pt idx="299">
                  <c:v>2990</c:v>
                </c:pt>
                <c:pt idx="300">
                  <c:v>3000</c:v>
                </c:pt>
                <c:pt idx="301">
                  <c:v>3010</c:v>
                </c:pt>
                <c:pt idx="302">
                  <c:v>3020</c:v>
                </c:pt>
                <c:pt idx="303">
                  <c:v>3030</c:v>
                </c:pt>
                <c:pt idx="304">
                  <c:v>3040</c:v>
                </c:pt>
                <c:pt idx="305">
                  <c:v>3050</c:v>
                </c:pt>
                <c:pt idx="306">
                  <c:v>3060</c:v>
                </c:pt>
                <c:pt idx="307">
                  <c:v>3070</c:v>
                </c:pt>
                <c:pt idx="308">
                  <c:v>3080</c:v>
                </c:pt>
                <c:pt idx="309">
                  <c:v>3090</c:v>
                </c:pt>
                <c:pt idx="310">
                  <c:v>3100</c:v>
                </c:pt>
                <c:pt idx="311">
                  <c:v>3110</c:v>
                </c:pt>
                <c:pt idx="312">
                  <c:v>3120</c:v>
                </c:pt>
                <c:pt idx="313">
                  <c:v>3130</c:v>
                </c:pt>
                <c:pt idx="314">
                  <c:v>3140</c:v>
                </c:pt>
                <c:pt idx="315">
                  <c:v>3150</c:v>
                </c:pt>
                <c:pt idx="316">
                  <c:v>3160</c:v>
                </c:pt>
                <c:pt idx="317">
                  <c:v>3170</c:v>
                </c:pt>
                <c:pt idx="318">
                  <c:v>3180</c:v>
                </c:pt>
                <c:pt idx="319">
                  <c:v>3190</c:v>
                </c:pt>
                <c:pt idx="320">
                  <c:v>3200</c:v>
                </c:pt>
                <c:pt idx="321">
                  <c:v>3210</c:v>
                </c:pt>
                <c:pt idx="322">
                  <c:v>3220</c:v>
                </c:pt>
                <c:pt idx="323">
                  <c:v>3230</c:v>
                </c:pt>
                <c:pt idx="324">
                  <c:v>3240</c:v>
                </c:pt>
                <c:pt idx="325">
                  <c:v>3250</c:v>
                </c:pt>
                <c:pt idx="326">
                  <c:v>3260</c:v>
                </c:pt>
                <c:pt idx="327">
                  <c:v>3270</c:v>
                </c:pt>
                <c:pt idx="328">
                  <c:v>3280</c:v>
                </c:pt>
                <c:pt idx="329">
                  <c:v>3290</c:v>
                </c:pt>
                <c:pt idx="330">
                  <c:v>3300</c:v>
                </c:pt>
                <c:pt idx="331">
                  <c:v>3310</c:v>
                </c:pt>
                <c:pt idx="332">
                  <c:v>3320</c:v>
                </c:pt>
                <c:pt idx="333">
                  <c:v>3330</c:v>
                </c:pt>
                <c:pt idx="334">
                  <c:v>3340</c:v>
                </c:pt>
                <c:pt idx="335">
                  <c:v>3350</c:v>
                </c:pt>
                <c:pt idx="336">
                  <c:v>3360</c:v>
                </c:pt>
                <c:pt idx="337">
                  <c:v>3370</c:v>
                </c:pt>
                <c:pt idx="338">
                  <c:v>3380</c:v>
                </c:pt>
                <c:pt idx="339">
                  <c:v>3390</c:v>
                </c:pt>
                <c:pt idx="340">
                  <c:v>3400</c:v>
                </c:pt>
                <c:pt idx="341">
                  <c:v>3410</c:v>
                </c:pt>
                <c:pt idx="342">
                  <c:v>3420</c:v>
                </c:pt>
                <c:pt idx="343">
                  <c:v>3430</c:v>
                </c:pt>
                <c:pt idx="344">
                  <c:v>3440</c:v>
                </c:pt>
                <c:pt idx="345">
                  <c:v>3450</c:v>
                </c:pt>
                <c:pt idx="346">
                  <c:v>3460</c:v>
                </c:pt>
                <c:pt idx="347">
                  <c:v>3470</c:v>
                </c:pt>
                <c:pt idx="348">
                  <c:v>3480</c:v>
                </c:pt>
                <c:pt idx="349">
                  <c:v>3490</c:v>
                </c:pt>
                <c:pt idx="350">
                  <c:v>3500</c:v>
                </c:pt>
                <c:pt idx="351">
                  <c:v>3510</c:v>
                </c:pt>
                <c:pt idx="352">
                  <c:v>3520</c:v>
                </c:pt>
                <c:pt idx="353">
                  <c:v>3530</c:v>
                </c:pt>
                <c:pt idx="354">
                  <c:v>3540</c:v>
                </c:pt>
                <c:pt idx="355">
                  <c:v>3550</c:v>
                </c:pt>
                <c:pt idx="356">
                  <c:v>3560</c:v>
                </c:pt>
                <c:pt idx="357">
                  <c:v>3570</c:v>
                </c:pt>
                <c:pt idx="358">
                  <c:v>3580</c:v>
                </c:pt>
                <c:pt idx="359">
                  <c:v>3590</c:v>
                </c:pt>
                <c:pt idx="360">
                  <c:v>3600</c:v>
                </c:pt>
                <c:pt idx="361">
                  <c:v>3610</c:v>
                </c:pt>
                <c:pt idx="362">
                  <c:v>3620</c:v>
                </c:pt>
                <c:pt idx="363">
                  <c:v>3630</c:v>
                </c:pt>
                <c:pt idx="364">
                  <c:v>3640</c:v>
                </c:pt>
                <c:pt idx="365">
                  <c:v>3650</c:v>
                </c:pt>
                <c:pt idx="366">
                  <c:v>3660</c:v>
                </c:pt>
                <c:pt idx="367">
                  <c:v>3670</c:v>
                </c:pt>
                <c:pt idx="368">
                  <c:v>3680</c:v>
                </c:pt>
                <c:pt idx="369">
                  <c:v>3690</c:v>
                </c:pt>
                <c:pt idx="370">
                  <c:v>3700</c:v>
                </c:pt>
                <c:pt idx="371">
                  <c:v>3710</c:v>
                </c:pt>
                <c:pt idx="372">
                  <c:v>3720</c:v>
                </c:pt>
                <c:pt idx="373">
                  <c:v>3730</c:v>
                </c:pt>
                <c:pt idx="374">
                  <c:v>3740</c:v>
                </c:pt>
                <c:pt idx="375">
                  <c:v>3750</c:v>
                </c:pt>
                <c:pt idx="376">
                  <c:v>3760</c:v>
                </c:pt>
                <c:pt idx="377">
                  <c:v>3770</c:v>
                </c:pt>
                <c:pt idx="378">
                  <c:v>3780</c:v>
                </c:pt>
                <c:pt idx="379">
                  <c:v>3790</c:v>
                </c:pt>
                <c:pt idx="380">
                  <c:v>3800</c:v>
                </c:pt>
                <c:pt idx="381">
                  <c:v>3810</c:v>
                </c:pt>
                <c:pt idx="382">
                  <c:v>3820</c:v>
                </c:pt>
                <c:pt idx="383">
                  <c:v>3830</c:v>
                </c:pt>
                <c:pt idx="384">
                  <c:v>3840</c:v>
                </c:pt>
                <c:pt idx="385">
                  <c:v>3850</c:v>
                </c:pt>
                <c:pt idx="386">
                  <c:v>3860</c:v>
                </c:pt>
                <c:pt idx="387">
                  <c:v>3870</c:v>
                </c:pt>
                <c:pt idx="388">
                  <c:v>3880</c:v>
                </c:pt>
                <c:pt idx="389">
                  <c:v>3890</c:v>
                </c:pt>
                <c:pt idx="390">
                  <c:v>3900</c:v>
                </c:pt>
                <c:pt idx="391">
                  <c:v>3910</c:v>
                </c:pt>
                <c:pt idx="392">
                  <c:v>3920</c:v>
                </c:pt>
                <c:pt idx="393">
                  <c:v>3930</c:v>
                </c:pt>
                <c:pt idx="394">
                  <c:v>3940</c:v>
                </c:pt>
                <c:pt idx="395">
                  <c:v>3950</c:v>
                </c:pt>
                <c:pt idx="396">
                  <c:v>3960</c:v>
                </c:pt>
                <c:pt idx="397">
                  <c:v>3970</c:v>
                </c:pt>
                <c:pt idx="398">
                  <c:v>3980</c:v>
                </c:pt>
                <c:pt idx="399">
                  <c:v>3990</c:v>
                </c:pt>
                <c:pt idx="400">
                  <c:v>4000</c:v>
                </c:pt>
                <c:pt idx="401">
                  <c:v>4010</c:v>
                </c:pt>
                <c:pt idx="402">
                  <c:v>4020</c:v>
                </c:pt>
                <c:pt idx="403">
                  <c:v>4030</c:v>
                </c:pt>
                <c:pt idx="404">
                  <c:v>4040</c:v>
                </c:pt>
                <c:pt idx="405">
                  <c:v>4050</c:v>
                </c:pt>
                <c:pt idx="406">
                  <c:v>4060</c:v>
                </c:pt>
                <c:pt idx="407">
                  <c:v>4070</c:v>
                </c:pt>
                <c:pt idx="408">
                  <c:v>4080</c:v>
                </c:pt>
                <c:pt idx="409">
                  <c:v>4090</c:v>
                </c:pt>
                <c:pt idx="410">
                  <c:v>4100</c:v>
                </c:pt>
                <c:pt idx="411">
                  <c:v>4110</c:v>
                </c:pt>
                <c:pt idx="412">
                  <c:v>4120</c:v>
                </c:pt>
                <c:pt idx="413">
                  <c:v>4130</c:v>
                </c:pt>
                <c:pt idx="414">
                  <c:v>4140</c:v>
                </c:pt>
                <c:pt idx="415">
                  <c:v>4150</c:v>
                </c:pt>
                <c:pt idx="416">
                  <c:v>4160</c:v>
                </c:pt>
                <c:pt idx="417">
                  <c:v>4170</c:v>
                </c:pt>
                <c:pt idx="418">
                  <c:v>4180</c:v>
                </c:pt>
                <c:pt idx="419">
                  <c:v>4190</c:v>
                </c:pt>
                <c:pt idx="420">
                  <c:v>4200</c:v>
                </c:pt>
                <c:pt idx="421">
                  <c:v>4210</c:v>
                </c:pt>
                <c:pt idx="422">
                  <c:v>4220</c:v>
                </c:pt>
                <c:pt idx="423">
                  <c:v>4230</c:v>
                </c:pt>
                <c:pt idx="424">
                  <c:v>4240</c:v>
                </c:pt>
                <c:pt idx="425">
                  <c:v>4250</c:v>
                </c:pt>
                <c:pt idx="426">
                  <c:v>4260</c:v>
                </c:pt>
                <c:pt idx="427">
                  <c:v>4270</c:v>
                </c:pt>
                <c:pt idx="428">
                  <c:v>4280</c:v>
                </c:pt>
                <c:pt idx="429">
                  <c:v>4290</c:v>
                </c:pt>
                <c:pt idx="430">
                  <c:v>4300</c:v>
                </c:pt>
                <c:pt idx="431">
                  <c:v>4310</c:v>
                </c:pt>
                <c:pt idx="432">
                  <c:v>4320</c:v>
                </c:pt>
                <c:pt idx="433">
                  <c:v>4330</c:v>
                </c:pt>
                <c:pt idx="434">
                  <c:v>4340</c:v>
                </c:pt>
                <c:pt idx="435">
                  <c:v>4350</c:v>
                </c:pt>
                <c:pt idx="436">
                  <c:v>4360</c:v>
                </c:pt>
                <c:pt idx="437">
                  <c:v>4370</c:v>
                </c:pt>
                <c:pt idx="438">
                  <c:v>4380</c:v>
                </c:pt>
                <c:pt idx="439">
                  <c:v>4390</c:v>
                </c:pt>
                <c:pt idx="440">
                  <c:v>4400</c:v>
                </c:pt>
                <c:pt idx="441">
                  <c:v>4410</c:v>
                </c:pt>
                <c:pt idx="442">
                  <c:v>4420</c:v>
                </c:pt>
                <c:pt idx="443">
                  <c:v>4430</c:v>
                </c:pt>
                <c:pt idx="444">
                  <c:v>4440</c:v>
                </c:pt>
                <c:pt idx="445">
                  <c:v>4450</c:v>
                </c:pt>
                <c:pt idx="446">
                  <c:v>4460</c:v>
                </c:pt>
                <c:pt idx="447">
                  <c:v>4470</c:v>
                </c:pt>
                <c:pt idx="448">
                  <c:v>4480</c:v>
                </c:pt>
                <c:pt idx="449">
                  <c:v>4490</c:v>
                </c:pt>
                <c:pt idx="450">
                  <c:v>4500</c:v>
                </c:pt>
                <c:pt idx="451">
                  <c:v>4510</c:v>
                </c:pt>
                <c:pt idx="452">
                  <c:v>4520</c:v>
                </c:pt>
                <c:pt idx="453">
                  <c:v>4530</c:v>
                </c:pt>
                <c:pt idx="454">
                  <c:v>4540</c:v>
                </c:pt>
                <c:pt idx="455">
                  <c:v>4550</c:v>
                </c:pt>
                <c:pt idx="456">
                  <c:v>4560</c:v>
                </c:pt>
                <c:pt idx="457">
                  <c:v>4570</c:v>
                </c:pt>
                <c:pt idx="458">
                  <c:v>4580</c:v>
                </c:pt>
                <c:pt idx="459">
                  <c:v>4590</c:v>
                </c:pt>
                <c:pt idx="460">
                  <c:v>4600</c:v>
                </c:pt>
                <c:pt idx="461">
                  <c:v>4610</c:v>
                </c:pt>
                <c:pt idx="462">
                  <c:v>4620</c:v>
                </c:pt>
                <c:pt idx="463">
                  <c:v>4630</c:v>
                </c:pt>
                <c:pt idx="464">
                  <c:v>4640</c:v>
                </c:pt>
                <c:pt idx="465">
                  <c:v>4650</c:v>
                </c:pt>
                <c:pt idx="466">
                  <c:v>4660</c:v>
                </c:pt>
                <c:pt idx="467">
                  <c:v>4670</c:v>
                </c:pt>
                <c:pt idx="468">
                  <c:v>4680</c:v>
                </c:pt>
                <c:pt idx="469">
                  <c:v>4690</c:v>
                </c:pt>
                <c:pt idx="470">
                  <c:v>4700</c:v>
                </c:pt>
                <c:pt idx="471">
                  <c:v>4710</c:v>
                </c:pt>
                <c:pt idx="472">
                  <c:v>4720</c:v>
                </c:pt>
                <c:pt idx="473">
                  <c:v>4730</c:v>
                </c:pt>
                <c:pt idx="474">
                  <c:v>4740</c:v>
                </c:pt>
                <c:pt idx="475">
                  <c:v>4750</c:v>
                </c:pt>
                <c:pt idx="476">
                  <c:v>4760</c:v>
                </c:pt>
                <c:pt idx="477">
                  <c:v>4770</c:v>
                </c:pt>
                <c:pt idx="478">
                  <c:v>4780</c:v>
                </c:pt>
                <c:pt idx="479">
                  <c:v>4790</c:v>
                </c:pt>
                <c:pt idx="480">
                  <c:v>4800</c:v>
                </c:pt>
                <c:pt idx="481">
                  <c:v>4810</c:v>
                </c:pt>
                <c:pt idx="482">
                  <c:v>4820</c:v>
                </c:pt>
                <c:pt idx="483">
                  <c:v>4830</c:v>
                </c:pt>
                <c:pt idx="484">
                  <c:v>4840</c:v>
                </c:pt>
                <c:pt idx="485">
                  <c:v>4850</c:v>
                </c:pt>
                <c:pt idx="486">
                  <c:v>4860</c:v>
                </c:pt>
                <c:pt idx="487">
                  <c:v>4870</c:v>
                </c:pt>
                <c:pt idx="488">
                  <c:v>4880</c:v>
                </c:pt>
                <c:pt idx="489">
                  <c:v>4890</c:v>
                </c:pt>
                <c:pt idx="490">
                  <c:v>4900</c:v>
                </c:pt>
                <c:pt idx="491">
                  <c:v>4910</c:v>
                </c:pt>
                <c:pt idx="492">
                  <c:v>4920</c:v>
                </c:pt>
                <c:pt idx="493">
                  <c:v>4930</c:v>
                </c:pt>
                <c:pt idx="494">
                  <c:v>4940</c:v>
                </c:pt>
                <c:pt idx="495">
                  <c:v>4950</c:v>
                </c:pt>
                <c:pt idx="496">
                  <c:v>4960</c:v>
                </c:pt>
                <c:pt idx="497">
                  <c:v>4970</c:v>
                </c:pt>
                <c:pt idx="498">
                  <c:v>4980</c:v>
                </c:pt>
                <c:pt idx="499">
                  <c:v>4990</c:v>
                </c:pt>
                <c:pt idx="500">
                  <c:v>5000</c:v>
                </c:pt>
                <c:pt idx="501">
                  <c:v>5010</c:v>
                </c:pt>
                <c:pt idx="502">
                  <c:v>5020</c:v>
                </c:pt>
                <c:pt idx="503">
                  <c:v>5030</c:v>
                </c:pt>
                <c:pt idx="504">
                  <c:v>5040</c:v>
                </c:pt>
                <c:pt idx="505">
                  <c:v>5050</c:v>
                </c:pt>
                <c:pt idx="506">
                  <c:v>5060</c:v>
                </c:pt>
                <c:pt idx="507">
                  <c:v>5070</c:v>
                </c:pt>
                <c:pt idx="508">
                  <c:v>5080</c:v>
                </c:pt>
                <c:pt idx="509">
                  <c:v>5090</c:v>
                </c:pt>
                <c:pt idx="510">
                  <c:v>5100</c:v>
                </c:pt>
                <c:pt idx="511">
                  <c:v>5110</c:v>
                </c:pt>
                <c:pt idx="512">
                  <c:v>5120</c:v>
                </c:pt>
                <c:pt idx="513">
                  <c:v>5130</c:v>
                </c:pt>
                <c:pt idx="514">
                  <c:v>5140</c:v>
                </c:pt>
                <c:pt idx="515">
                  <c:v>5150</c:v>
                </c:pt>
                <c:pt idx="516">
                  <c:v>5160</c:v>
                </c:pt>
                <c:pt idx="517">
                  <c:v>5170</c:v>
                </c:pt>
                <c:pt idx="518">
                  <c:v>5180</c:v>
                </c:pt>
                <c:pt idx="519">
                  <c:v>5190</c:v>
                </c:pt>
                <c:pt idx="520">
                  <c:v>5200</c:v>
                </c:pt>
                <c:pt idx="521">
                  <c:v>5210</c:v>
                </c:pt>
                <c:pt idx="522">
                  <c:v>5220</c:v>
                </c:pt>
                <c:pt idx="523">
                  <c:v>5230</c:v>
                </c:pt>
                <c:pt idx="524">
                  <c:v>5240</c:v>
                </c:pt>
                <c:pt idx="525">
                  <c:v>5250</c:v>
                </c:pt>
                <c:pt idx="526">
                  <c:v>5260</c:v>
                </c:pt>
                <c:pt idx="527">
                  <c:v>5270</c:v>
                </c:pt>
                <c:pt idx="528">
                  <c:v>5280</c:v>
                </c:pt>
                <c:pt idx="529">
                  <c:v>5290</c:v>
                </c:pt>
                <c:pt idx="530">
                  <c:v>5300</c:v>
                </c:pt>
                <c:pt idx="531">
                  <c:v>5310</c:v>
                </c:pt>
                <c:pt idx="532">
                  <c:v>5320</c:v>
                </c:pt>
                <c:pt idx="533">
                  <c:v>5330</c:v>
                </c:pt>
                <c:pt idx="534">
                  <c:v>5340</c:v>
                </c:pt>
                <c:pt idx="535">
                  <c:v>5350</c:v>
                </c:pt>
                <c:pt idx="536">
                  <c:v>5360</c:v>
                </c:pt>
                <c:pt idx="537">
                  <c:v>5370</c:v>
                </c:pt>
                <c:pt idx="538">
                  <c:v>5380</c:v>
                </c:pt>
                <c:pt idx="539">
                  <c:v>5390</c:v>
                </c:pt>
                <c:pt idx="540">
                  <c:v>5400</c:v>
                </c:pt>
                <c:pt idx="541">
                  <c:v>5410</c:v>
                </c:pt>
                <c:pt idx="542">
                  <c:v>5420</c:v>
                </c:pt>
                <c:pt idx="543">
                  <c:v>5430</c:v>
                </c:pt>
                <c:pt idx="544">
                  <c:v>5440</c:v>
                </c:pt>
                <c:pt idx="545">
                  <c:v>5450</c:v>
                </c:pt>
                <c:pt idx="546">
                  <c:v>5460</c:v>
                </c:pt>
                <c:pt idx="547">
                  <c:v>5470</c:v>
                </c:pt>
                <c:pt idx="548">
                  <c:v>5480</c:v>
                </c:pt>
                <c:pt idx="549">
                  <c:v>5490</c:v>
                </c:pt>
                <c:pt idx="550">
                  <c:v>5500</c:v>
                </c:pt>
                <c:pt idx="551">
                  <c:v>5510</c:v>
                </c:pt>
                <c:pt idx="552">
                  <c:v>5520</c:v>
                </c:pt>
                <c:pt idx="553">
                  <c:v>5530</c:v>
                </c:pt>
                <c:pt idx="554">
                  <c:v>5540</c:v>
                </c:pt>
                <c:pt idx="555">
                  <c:v>5550</c:v>
                </c:pt>
                <c:pt idx="556">
                  <c:v>5560</c:v>
                </c:pt>
                <c:pt idx="557">
                  <c:v>5570</c:v>
                </c:pt>
                <c:pt idx="558">
                  <c:v>5580</c:v>
                </c:pt>
                <c:pt idx="559">
                  <c:v>5590</c:v>
                </c:pt>
                <c:pt idx="560">
                  <c:v>5600</c:v>
                </c:pt>
                <c:pt idx="561">
                  <c:v>5610</c:v>
                </c:pt>
                <c:pt idx="562">
                  <c:v>5620</c:v>
                </c:pt>
                <c:pt idx="563">
                  <c:v>5630</c:v>
                </c:pt>
                <c:pt idx="564">
                  <c:v>5640</c:v>
                </c:pt>
                <c:pt idx="565">
                  <c:v>5650</c:v>
                </c:pt>
                <c:pt idx="566">
                  <c:v>5660</c:v>
                </c:pt>
                <c:pt idx="567">
                  <c:v>5670</c:v>
                </c:pt>
                <c:pt idx="568">
                  <c:v>5680</c:v>
                </c:pt>
                <c:pt idx="569">
                  <c:v>5690</c:v>
                </c:pt>
                <c:pt idx="570">
                  <c:v>5700</c:v>
                </c:pt>
                <c:pt idx="571">
                  <c:v>5710</c:v>
                </c:pt>
                <c:pt idx="572">
                  <c:v>5720</c:v>
                </c:pt>
                <c:pt idx="573">
                  <c:v>5730</c:v>
                </c:pt>
                <c:pt idx="574">
                  <c:v>5740</c:v>
                </c:pt>
                <c:pt idx="575">
                  <c:v>5750</c:v>
                </c:pt>
                <c:pt idx="576">
                  <c:v>5760</c:v>
                </c:pt>
                <c:pt idx="577">
                  <c:v>5770</c:v>
                </c:pt>
                <c:pt idx="578">
                  <c:v>5780</c:v>
                </c:pt>
                <c:pt idx="579">
                  <c:v>5790</c:v>
                </c:pt>
                <c:pt idx="580">
                  <c:v>5800</c:v>
                </c:pt>
                <c:pt idx="581">
                  <c:v>5810</c:v>
                </c:pt>
                <c:pt idx="582">
                  <c:v>5820</c:v>
                </c:pt>
                <c:pt idx="583">
                  <c:v>5830</c:v>
                </c:pt>
                <c:pt idx="584">
                  <c:v>5840</c:v>
                </c:pt>
                <c:pt idx="585">
                  <c:v>5850</c:v>
                </c:pt>
                <c:pt idx="586">
                  <c:v>5860</c:v>
                </c:pt>
                <c:pt idx="587">
                  <c:v>5870</c:v>
                </c:pt>
                <c:pt idx="588">
                  <c:v>5880</c:v>
                </c:pt>
                <c:pt idx="589">
                  <c:v>5890</c:v>
                </c:pt>
                <c:pt idx="590">
                  <c:v>5900</c:v>
                </c:pt>
                <c:pt idx="591">
                  <c:v>5910</c:v>
                </c:pt>
                <c:pt idx="592">
                  <c:v>5920</c:v>
                </c:pt>
                <c:pt idx="593">
                  <c:v>5930</c:v>
                </c:pt>
                <c:pt idx="594">
                  <c:v>5940</c:v>
                </c:pt>
                <c:pt idx="595">
                  <c:v>5950</c:v>
                </c:pt>
                <c:pt idx="596">
                  <c:v>5960</c:v>
                </c:pt>
                <c:pt idx="597">
                  <c:v>5970</c:v>
                </c:pt>
                <c:pt idx="598">
                  <c:v>5980</c:v>
                </c:pt>
                <c:pt idx="599">
                  <c:v>5990</c:v>
                </c:pt>
                <c:pt idx="600">
                  <c:v>6000</c:v>
                </c:pt>
                <c:pt idx="601">
                  <c:v>6010</c:v>
                </c:pt>
                <c:pt idx="602">
                  <c:v>6020</c:v>
                </c:pt>
                <c:pt idx="603">
                  <c:v>6030</c:v>
                </c:pt>
                <c:pt idx="604">
                  <c:v>6040</c:v>
                </c:pt>
                <c:pt idx="605">
                  <c:v>6050</c:v>
                </c:pt>
                <c:pt idx="606">
                  <c:v>6060</c:v>
                </c:pt>
                <c:pt idx="607">
                  <c:v>6070</c:v>
                </c:pt>
                <c:pt idx="608">
                  <c:v>6080</c:v>
                </c:pt>
                <c:pt idx="609">
                  <c:v>6090</c:v>
                </c:pt>
                <c:pt idx="610">
                  <c:v>6100</c:v>
                </c:pt>
                <c:pt idx="611">
                  <c:v>6110</c:v>
                </c:pt>
                <c:pt idx="612">
                  <c:v>6120</c:v>
                </c:pt>
                <c:pt idx="613">
                  <c:v>6130</c:v>
                </c:pt>
                <c:pt idx="614">
                  <c:v>6140</c:v>
                </c:pt>
                <c:pt idx="615">
                  <c:v>6150</c:v>
                </c:pt>
                <c:pt idx="616">
                  <c:v>6160</c:v>
                </c:pt>
                <c:pt idx="617">
                  <c:v>6170</c:v>
                </c:pt>
                <c:pt idx="618">
                  <c:v>6180</c:v>
                </c:pt>
                <c:pt idx="619">
                  <c:v>6190</c:v>
                </c:pt>
                <c:pt idx="620">
                  <c:v>6200</c:v>
                </c:pt>
                <c:pt idx="621">
                  <c:v>6210</c:v>
                </c:pt>
                <c:pt idx="622">
                  <c:v>6220</c:v>
                </c:pt>
                <c:pt idx="623">
                  <c:v>6230</c:v>
                </c:pt>
                <c:pt idx="624">
                  <c:v>6240</c:v>
                </c:pt>
                <c:pt idx="625">
                  <c:v>6250</c:v>
                </c:pt>
                <c:pt idx="626">
                  <c:v>6260</c:v>
                </c:pt>
                <c:pt idx="627">
                  <c:v>6270</c:v>
                </c:pt>
                <c:pt idx="628">
                  <c:v>6280</c:v>
                </c:pt>
                <c:pt idx="629">
                  <c:v>6290</c:v>
                </c:pt>
                <c:pt idx="630">
                  <c:v>6300</c:v>
                </c:pt>
                <c:pt idx="631">
                  <c:v>6310</c:v>
                </c:pt>
                <c:pt idx="632">
                  <c:v>6320</c:v>
                </c:pt>
                <c:pt idx="633">
                  <c:v>6330</c:v>
                </c:pt>
                <c:pt idx="634">
                  <c:v>6340</c:v>
                </c:pt>
                <c:pt idx="635">
                  <c:v>6350</c:v>
                </c:pt>
                <c:pt idx="636">
                  <c:v>6360</c:v>
                </c:pt>
                <c:pt idx="637">
                  <c:v>6370</c:v>
                </c:pt>
                <c:pt idx="638">
                  <c:v>6380</c:v>
                </c:pt>
                <c:pt idx="639">
                  <c:v>6390</c:v>
                </c:pt>
                <c:pt idx="640">
                  <c:v>6400</c:v>
                </c:pt>
                <c:pt idx="641">
                  <c:v>6410</c:v>
                </c:pt>
                <c:pt idx="642">
                  <c:v>6420</c:v>
                </c:pt>
                <c:pt idx="643">
                  <c:v>6430</c:v>
                </c:pt>
                <c:pt idx="644">
                  <c:v>6440</c:v>
                </c:pt>
                <c:pt idx="645">
                  <c:v>6450</c:v>
                </c:pt>
                <c:pt idx="646">
                  <c:v>6460</c:v>
                </c:pt>
                <c:pt idx="647">
                  <c:v>6470</c:v>
                </c:pt>
                <c:pt idx="648">
                  <c:v>6480</c:v>
                </c:pt>
                <c:pt idx="649">
                  <c:v>6490</c:v>
                </c:pt>
                <c:pt idx="650">
                  <c:v>6500</c:v>
                </c:pt>
                <c:pt idx="651">
                  <c:v>6510</c:v>
                </c:pt>
                <c:pt idx="652">
                  <c:v>6520</c:v>
                </c:pt>
                <c:pt idx="653">
                  <c:v>6530</c:v>
                </c:pt>
                <c:pt idx="654">
                  <c:v>6540</c:v>
                </c:pt>
                <c:pt idx="655">
                  <c:v>6550</c:v>
                </c:pt>
                <c:pt idx="656">
                  <c:v>6560</c:v>
                </c:pt>
                <c:pt idx="657">
                  <c:v>6570</c:v>
                </c:pt>
                <c:pt idx="658">
                  <c:v>6580</c:v>
                </c:pt>
                <c:pt idx="659">
                  <c:v>6590</c:v>
                </c:pt>
                <c:pt idx="660">
                  <c:v>6600</c:v>
                </c:pt>
                <c:pt idx="661">
                  <c:v>6610</c:v>
                </c:pt>
                <c:pt idx="662">
                  <c:v>6620</c:v>
                </c:pt>
                <c:pt idx="663">
                  <c:v>6630</c:v>
                </c:pt>
                <c:pt idx="664">
                  <c:v>6640</c:v>
                </c:pt>
                <c:pt idx="665">
                  <c:v>6650</c:v>
                </c:pt>
                <c:pt idx="666">
                  <c:v>6660</c:v>
                </c:pt>
                <c:pt idx="667">
                  <c:v>6670</c:v>
                </c:pt>
                <c:pt idx="668">
                  <c:v>6680</c:v>
                </c:pt>
                <c:pt idx="669">
                  <c:v>6690</c:v>
                </c:pt>
                <c:pt idx="670">
                  <c:v>6700</c:v>
                </c:pt>
                <c:pt idx="671">
                  <c:v>6710</c:v>
                </c:pt>
                <c:pt idx="672">
                  <c:v>6720</c:v>
                </c:pt>
                <c:pt idx="673">
                  <c:v>6730</c:v>
                </c:pt>
                <c:pt idx="674">
                  <c:v>6740</c:v>
                </c:pt>
                <c:pt idx="675">
                  <c:v>6750</c:v>
                </c:pt>
                <c:pt idx="676">
                  <c:v>6760</c:v>
                </c:pt>
                <c:pt idx="677">
                  <c:v>6770</c:v>
                </c:pt>
                <c:pt idx="678">
                  <c:v>6780</c:v>
                </c:pt>
                <c:pt idx="679">
                  <c:v>6790</c:v>
                </c:pt>
                <c:pt idx="680">
                  <c:v>6800</c:v>
                </c:pt>
                <c:pt idx="681">
                  <c:v>6810</c:v>
                </c:pt>
                <c:pt idx="682">
                  <c:v>6820</c:v>
                </c:pt>
                <c:pt idx="683">
                  <c:v>6830</c:v>
                </c:pt>
                <c:pt idx="684">
                  <c:v>6840</c:v>
                </c:pt>
                <c:pt idx="685">
                  <c:v>6850</c:v>
                </c:pt>
                <c:pt idx="686">
                  <c:v>6860</c:v>
                </c:pt>
                <c:pt idx="687">
                  <c:v>6870</c:v>
                </c:pt>
                <c:pt idx="688">
                  <c:v>6880</c:v>
                </c:pt>
                <c:pt idx="689">
                  <c:v>6890</c:v>
                </c:pt>
                <c:pt idx="690">
                  <c:v>6900</c:v>
                </c:pt>
                <c:pt idx="691">
                  <c:v>6910</c:v>
                </c:pt>
                <c:pt idx="692">
                  <c:v>6920</c:v>
                </c:pt>
                <c:pt idx="693">
                  <c:v>6930</c:v>
                </c:pt>
                <c:pt idx="694">
                  <c:v>6940</c:v>
                </c:pt>
                <c:pt idx="695">
                  <c:v>6950</c:v>
                </c:pt>
                <c:pt idx="696">
                  <c:v>6960</c:v>
                </c:pt>
                <c:pt idx="697">
                  <c:v>6970</c:v>
                </c:pt>
                <c:pt idx="698">
                  <c:v>6980</c:v>
                </c:pt>
                <c:pt idx="699">
                  <c:v>6990</c:v>
                </c:pt>
                <c:pt idx="700">
                  <c:v>7000</c:v>
                </c:pt>
                <c:pt idx="701">
                  <c:v>7010</c:v>
                </c:pt>
                <c:pt idx="702">
                  <c:v>7020</c:v>
                </c:pt>
                <c:pt idx="703">
                  <c:v>7030</c:v>
                </c:pt>
                <c:pt idx="704">
                  <c:v>7040</c:v>
                </c:pt>
                <c:pt idx="705">
                  <c:v>7050</c:v>
                </c:pt>
                <c:pt idx="706">
                  <c:v>7060</c:v>
                </c:pt>
                <c:pt idx="707">
                  <c:v>7070</c:v>
                </c:pt>
                <c:pt idx="708">
                  <c:v>7080</c:v>
                </c:pt>
                <c:pt idx="709">
                  <c:v>7090</c:v>
                </c:pt>
                <c:pt idx="710">
                  <c:v>7100</c:v>
                </c:pt>
                <c:pt idx="711">
                  <c:v>7110</c:v>
                </c:pt>
                <c:pt idx="712">
                  <c:v>7120</c:v>
                </c:pt>
                <c:pt idx="713">
                  <c:v>7130</c:v>
                </c:pt>
                <c:pt idx="714">
                  <c:v>7140</c:v>
                </c:pt>
                <c:pt idx="715">
                  <c:v>7150</c:v>
                </c:pt>
                <c:pt idx="716">
                  <c:v>7160</c:v>
                </c:pt>
                <c:pt idx="717">
                  <c:v>7170</c:v>
                </c:pt>
                <c:pt idx="718">
                  <c:v>7180</c:v>
                </c:pt>
                <c:pt idx="719">
                  <c:v>7190</c:v>
                </c:pt>
                <c:pt idx="720">
                  <c:v>7200</c:v>
                </c:pt>
                <c:pt idx="721">
                  <c:v>7210</c:v>
                </c:pt>
                <c:pt idx="722">
                  <c:v>7220</c:v>
                </c:pt>
                <c:pt idx="723">
                  <c:v>7230</c:v>
                </c:pt>
                <c:pt idx="724">
                  <c:v>7240</c:v>
                </c:pt>
                <c:pt idx="725">
                  <c:v>7250</c:v>
                </c:pt>
                <c:pt idx="726">
                  <c:v>7260</c:v>
                </c:pt>
                <c:pt idx="727">
                  <c:v>7270</c:v>
                </c:pt>
                <c:pt idx="728">
                  <c:v>7280</c:v>
                </c:pt>
                <c:pt idx="729">
                  <c:v>7290</c:v>
                </c:pt>
                <c:pt idx="730">
                  <c:v>7300</c:v>
                </c:pt>
                <c:pt idx="731">
                  <c:v>7310</c:v>
                </c:pt>
                <c:pt idx="732">
                  <c:v>7320</c:v>
                </c:pt>
                <c:pt idx="733">
                  <c:v>7330</c:v>
                </c:pt>
                <c:pt idx="734">
                  <c:v>7340</c:v>
                </c:pt>
                <c:pt idx="735">
                  <c:v>7350</c:v>
                </c:pt>
                <c:pt idx="736">
                  <c:v>7360</c:v>
                </c:pt>
                <c:pt idx="737">
                  <c:v>7370</c:v>
                </c:pt>
                <c:pt idx="738">
                  <c:v>7380</c:v>
                </c:pt>
                <c:pt idx="739">
                  <c:v>7390</c:v>
                </c:pt>
                <c:pt idx="740">
                  <c:v>7400</c:v>
                </c:pt>
                <c:pt idx="741">
                  <c:v>7410</c:v>
                </c:pt>
                <c:pt idx="742">
                  <c:v>7420</c:v>
                </c:pt>
                <c:pt idx="743">
                  <c:v>7430</c:v>
                </c:pt>
                <c:pt idx="744">
                  <c:v>7440</c:v>
                </c:pt>
                <c:pt idx="745">
                  <c:v>7450</c:v>
                </c:pt>
                <c:pt idx="746">
                  <c:v>7460</c:v>
                </c:pt>
                <c:pt idx="747">
                  <c:v>7470</c:v>
                </c:pt>
                <c:pt idx="748">
                  <c:v>7480</c:v>
                </c:pt>
                <c:pt idx="749">
                  <c:v>7490</c:v>
                </c:pt>
                <c:pt idx="750">
                  <c:v>7500</c:v>
                </c:pt>
                <c:pt idx="751">
                  <c:v>7510</c:v>
                </c:pt>
                <c:pt idx="752">
                  <c:v>7520</c:v>
                </c:pt>
                <c:pt idx="753">
                  <c:v>7530</c:v>
                </c:pt>
                <c:pt idx="754">
                  <c:v>7540</c:v>
                </c:pt>
                <c:pt idx="755">
                  <c:v>7550</c:v>
                </c:pt>
                <c:pt idx="756">
                  <c:v>7560</c:v>
                </c:pt>
                <c:pt idx="757">
                  <c:v>7570</c:v>
                </c:pt>
                <c:pt idx="758">
                  <c:v>7580</c:v>
                </c:pt>
                <c:pt idx="759">
                  <c:v>7590</c:v>
                </c:pt>
                <c:pt idx="760">
                  <c:v>7600</c:v>
                </c:pt>
                <c:pt idx="761">
                  <c:v>7610</c:v>
                </c:pt>
                <c:pt idx="762">
                  <c:v>7620</c:v>
                </c:pt>
                <c:pt idx="763">
                  <c:v>7630</c:v>
                </c:pt>
                <c:pt idx="764">
                  <c:v>7640</c:v>
                </c:pt>
                <c:pt idx="765">
                  <c:v>7650</c:v>
                </c:pt>
                <c:pt idx="766">
                  <c:v>7660</c:v>
                </c:pt>
                <c:pt idx="767">
                  <c:v>7670</c:v>
                </c:pt>
                <c:pt idx="768">
                  <c:v>7680</c:v>
                </c:pt>
                <c:pt idx="769">
                  <c:v>7690</c:v>
                </c:pt>
                <c:pt idx="770">
                  <c:v>7700</c:v>
                </c:pt>
                <c:pt idx="771">
                  <c:v>7710</c:v>
                </c:pt>
                <c:pt idx="772">
                  <c:v>7720</c:v>
                </c:pt>
                <c:pt idx="773">
                  <c:v>7730</c:v>
                </c:pt>
                <c:pt idx="774">
                  <c:v>7740</c:v>
                </c:pt>
                <c:pt idx="775">
                  <c:v>7750</c:v>
                </c:pt>
                <c:pt idx="776">
                  <c:v>7760</c:v>
                </c:pt>
                <c:pt idx="777">
                  <c:v>7770</c:v>
                </c:pt>
                <c:pt idx="778">
                  <c:v>7780</c:v>
                </c:pt>
                <c:pt idx="779">
                  <c:v>7790</c:v>
                </c:pt>
                <c:pt idx="780">
                  <c:v>7800</c:v>
                </c:pt>
                <c:pt idx="781">
                  <c:v>7810</c:v>
                </c:pt>
                <c:pt idx="782">
                  <c:v>7820</c:v>
                </c:pt>
                <c:pt idx="783">
                  <c:v>7830</c:v>
                </c:pt>
                <c:pt idx="784">
                  <c:v>7840</c:v>
                </c:pt>
                <c:pt idx="785">
                  <c:v>7850</c:v>
                </c:pt>
                <c:pt idx="786">
                  <c:v>7860</c:v>
                </c:pt>
                <c:pt idx="787">
                  <c:v>7870</c:v>
                </c:pt>
                <c:pt idx="788">
                  <c:v>7880</c:v>
                </c:pt>
                <c:pt idx="789">
                  <c:v>7890</c:v>
                </c:pt>
                <c:pt idx="790">
                  <c:v>7900</c:v>
                </c:pt>
                <c:pt idx="791">
                  <c:v>7910</c:v>
                </c:pt>
                <c:pt idx="792">
                  <c:v>7920</c:v>
                </c:pt>
                <c:pt idx="793">
                  <c:v>7930</c:v>
                </c:pt>
                <c:pt idx="794">
                  <c:v>7940</c:v>
                </c:pt>
                <c:pt idx="795">
                  <c:v>7950</c:v>
                </c:pt>
                <c:pt idx="796">
                  <c:v>7960</c:v>
                </c:pt>
                <c:pt idx="797">
                  <c:v>7970</c:v>
                </c:pt>
                <c:pt idx="798">
                  <c:v>7980</c:v>
                </c:pt>
                <c:pt idx="799">
                  <c:v>7990</c:v>
                </c:pt>
                <c:pt idx="800">
                  <c:v>8000</c:v>
                </c:pt>
                <c:pt idx="801">
                  <c:v>8010</c:v>
                </c:pt>
                <c:pt idx="802">
                  <c:v>8020</c:v>
                </c:pt>
                <c:pt idx="803">
                  <c:v>8030</c:v>
                </c:pt>
                <c:pt idx="804">
                  <c:v>8040</c:v>
                </c:pt>
                <c:pt idx="805">
                  <c:v>8050</c:v>
                </c:pt>
                <c:pt idx="806">
                  <c:v>8060</c:v>
                </c:pt>
                <c:pt idx="807">
                  <c:v>8070</c:v>
                </c:pt>
                <c:pt idx="808">
                  <c:v>8080</c:v>
                </c:pt>
                <c:pt idx="809">
                  <c:v>8090</c:v>
                </c:pt>
                <c:pt idx="810">
                  <c:v>8100</c:v>
                </c:pt>
                <c:pt idx="811">
                  <c:v>8110</c:v>
                </c:pt>
                <c:pt idx="812">
                  <c:v>8120</c:v>
                </c:pt>
                <c:pt idx="813">
                  <c:v>8130</c:v>
                </c:pt>
                <c:pt idx="814">
                  <c:v>8140</c:v>
                </c:pt>
                <c:pt idx="815">
                  <c:v>8150</c:v>
                </c:pt>
                <c:pt idx="816">
                  <c:v>8160</c:v>
                </c:pt>
                <c:pt idx="817">
                  <c:v>8170</c:v>
                </c:pt>
                <c:pt idx="818">
                  <c:v>8180</c:v>
                </c:pt>
                <c:pt idx="819">
                  <c:v>8190</c:v>
                </c:pt>
                <c:pt idx="820">
                  <c:v>8200</c:v>
                </c:pt>
                <c:pt idx="821">
                  <c:v>8210</c:v>
                </c:pt>
                <c:pt idx="822">
                  <c:v>8220</c:v>
                </c:pt>
                <c:pt idx="823">
                  <c:v>8230</c:v>
                </c:pt>
                <c:pt idx="824">
                  <c:v>8240</c:v>
                </c:pt>
                <c:pt idx="825">
                  <c:v>8250</c:v>
                </c:pt>
                <c:pt idx="826">
                  <c:v>8260</c:v>
                </c:pt>
                <c:pt idx="827">
                  <c:v>8270</c:v>
                </c:pt>
                <c:pt idx="828">
                  <c:v>8280</c:v>
                </c:pt>
                <c:pt idx="829">
                  <c:v>8290</c:v>
                </c:pt>
                <c:pt idx="830">
                  <c:v>8300</c:v>
                </c:pt>
                <c:pt idx="831">
                  <c:v>8310</c:v>
                </c:pt>
                <c:pt idx="832">
                  <c:v>8320</c:v>
                </c:pt>
                <c:pt idx="833">
                  <c:v>8330</c:v>
                </c:pt>
                <c:pt idx="834">
                  <c:v>8340</c:v>
                </c:pt>
                <c:pt idx="835">
                  <c:v>8350</c:v>
                </c:pt>
                <c:pt idx="836">
                  <c:v>8360</c:v>
                </c:pt>
                <c:pt idx="837">
                  <c:v>8370</c:v>
                </c:pt>
                <c:pt idx="838">
                  <c:v>8380</c:v>
                </c:pt>
                <c:pt idx="839">
                  <c:v>8390</c:v>
                </c:pt>
                <c:pt idx="840">
                  <c:v>8400</c:v>
                </c:pt>
                <c:pt idx="841">
                  <c:v>8410</c:v>
                </c:pt>
                <c:pt idx="842">
                  <c:v>8420</c:v>
                </c:pt>
                <c:pt idx="843">
                  <c:v>8430</c:v>
                </c:pt>
                <c:pt idx="844">
                  <c:v>8440</c:v>
                </c:pt>
                <c:pt idx="845">
                  <c:v>8450</c:v>
                </c:pt>
                <c:pt idx="846">
                  <c:v>8460</c:v>
                </c:pt>
                <c:pt idx="847">
                  <c:v>8470</c:v>
                </c:pt>
                <c:pt idx="848">
                  <c:v>8480</c:v>
                </c:pt>
                <c:pt idx="849">
                  <c:v>8490</c:v>
                </c:pt>
                <c:pt idx="850">
                  <c:v>8500</c:v>
                </c:pt>
                <c:pt idx="851">
                  <c:v>8510</c:v>
                </c:pt>
                <c:pt idx="852">
                  <c:v>8520</c:v>
                </c:pt>
                <c:pt idx="853">
                  <c:v>8530</c:v>
                </c:pt>
                <c:pt idx="854">
                  <c:v>8540</c:v>
                </c:pt>
                <c:pt idx="855">
                  <c:v>8550</c:v>
                </c:pt>
                <c:pt idx="856">
                  <c:v>8560</c:v>
                </c:pt>
                <c:pt idx="857">
                  <c:v>8570</c:v>
                </c:pt>
                <c:pt idx="858">
                  <c:v>8580</c:v>
                </c:pt>
                <c:pt idx="859">
                  <c:v>8590</c:v>
                </c:pt>
                <c:pt idx="860">
                  <c:v>8600</c:v>
                </c:pt>
                <c:pt idx="861">
                  <c:v>8610</c:v>
                </c:pt>
                <c:pt idx="862">
                  <c:v>8620</c:v>
                </c:pt>
                <c:pt idx="863">
                  <c:v>8630</c:v>
                </c:pt>
                <c:pt idx="864">
                  <c:v>8640</c:v>
                </c:pt>
                <c:pt idx="865">
                  <c:v>8650</c:v>
                </c:pt>
                <c:pt idx="866">
                  <c:v>8660</c:v>
                </c:pt>
                <c:pt idx="867">
                  <c:v>8670</c:v>
                </c:pt>
                <c:pt idx="868">
                  <c:v>8680</c:v>
                </c:pt>
                <c:pt idx="869">
                  <c:v>8690</c:v>
                </c:pt>
                <c:pt idx="870">
                  <c:v>8700</c:v>
                </c:pt>
                <c:pt idx="871">
                  <c:v>8710</c:v>
                </c:pt>
                <c:pt idx="872">
                  <c:v>8720</c:v>
                </c:pt>
                <c:pt idx="873">
                  <c:v>8730</c:v>
                </c:pt>
                <c:pt idx="874">
                  <c:v>8740</c:v>
                </c:pt>
                <c:pt idx="875">
                  <c:v>8750</c:v>
                </c:pt>
                <c:pt idx="876">
                  <c:v>8760</c:v>
                </c:pt>
                <c:pt idx="877">
                  <c:v>8770</c:v>
                </c:pt>
                <c:pt idx="878">
                  <c:v>8780</c:v>
                </c:pt>
                <c:pt idx="879">
                  <c:v>8790</c:v>
                </c:pt>
                <c:pt idx="880">
                  <c:v>8800</c:v>
                </c:pt>
                <c:pt idx="881">
                  <c:v>8810</c:v>
                </c:pt>
                <c:pt idx="882">
                  <c:v>8820</c:v>
                </c:pt>
                <c:pt idx="883">
                  <c:v>8830</c:v>
                </c:pt>
                <c:pt idx="884">
                  <c:v>8840</c:v>
                </c:pt>
                <c:pt idx="885">
                  <c:v>8850</c:v>
                </c:pt>
                <c:pt idx="886">
                  <c:v>8860</c:v>
                </c:pt>
                <c:pt idx="887">
                  <c:v>8870</c:v>
                </c:pt>
                <c:pt idx="888">
                  <c:v>8880</c:v>
                </c:pt>
                <c:pt idx="889">
                  <c:v>8890</c:v>
                </c:pt>
                <c:pt idx="890">
                  <c:v>8900</c:v>
                </c:pt>
                <c:pt idx="891">
                  <c:v>8910</c:v>
                </c:pt>
                <c:pt idx="892">
                  <c:v>8920</c:v>
                </c:pt>
                <c:pt idx="893">
                  <c:v>8930</c:v>
                </c:pt>
                <c:pt idx="894">
                  <c:v>8940</c:v>
                </c:pt>
                <c:pt idx="895">
                  <c:v>8950</c:v>
                </c:pt>
                <c:pt idx="896">
                  <c:v>8960</c:v>
                </c:pt>
                <c:pt idx="897">
                  <c:v>8970</c:v>
                </c:pt>
                <c:pt idx="898">
                  <c:v>8980</c:v>
                </c:pt>
                <c:pt idx="899">
                  <c:v>8990</c:v>
                </c:pt>
                <c:pt idx="900">
                  <c:v>9000</c:v>
                </c:pt>
                <c:pt idx="901">
                  <c:v>9010</c:v>
                </c:pt>
                <c:pt idx="902">
                  <c:v>9020</c:v>
                </c:pt>
                <c:pt idx="903">
                  <c:v>9030</c:v>
                </c:pt>
                <c:pt idx="904">
                  <c:v>9040</c:v>
                </c:pt>
                <c:pt idx="905">
                  <c:v>9050</c:v>
                </c:pt>
                <c:pt idx="906">
                  <c:v>9060</c:v>
                </c:pt>
                <c:pt idx="907">
                  <c:v>9070</c:v>
                </c:pt>
                <c:pt idx="908">
                  <c:v>9080</c:v>
                </c:pt>
                <c:pt idx="909">
                  <c:v>9090</c:v>
                </c:pt>
                <c:pt idx="910">
                  <c:v>9100</c:v>
                </c:pt>
                <c:pt idx="911">
                  <c:v>9110</c:v>
                </c:pt>
                <c:pt idx="912">
                  <c:v>9120</c:v>
                </c:pt>
                <c:pt idx="913">
                  <c:v>9130</c:v>
                </c:pt>
                <c:pt idx="914">
                  <c:v>9140</c:v>
                </c:pt>
                <c:pt idx="915">
                  <c:v>9150</c:v>
                </c:pt>
                <c:pt idx="916">
                  <c:v>9160</c:v>
                </c:pt>
                <c:pt idx="917">
                  <c:v>9170</c:v>
                </c:pt>
                <c:pt idx="918">
                  <c:v>9180</c:v>
                </c:pt>
                <c:pt idx="919">
                  <c:v>9190</c:v>
                </c:pt>
                <c:pt idx="920">
                  <c:v>9200</c:v>
                </c:pt>
                <c:pt idx="921">
                  <c:v>9210</c:v>
                </c:pt>
                <c:pt idx="922">
                  <c:v>9220</c:v>
                </c:pt>
                <c:pt idx="923">
                  <c:v>9230</c:v>
                </c:pt>
                <c:pt idx="924">
                  <c:v>9240</c:v>
                </c:pt>
                <c:pt idx="925">
                  <c:v>9250</c:v>
                </c:pt>
                <c:pt idx="926">
                  <c:v>9260</c:v>
                </c:pt>
                <c:pt idx="927">
                  <c:v>9270</c:v>
                </c:pt>
                <c:pt idx="928">
                  <c:v>9280</c:v>
                </c:pt>
                <c:pt idx="929">
                  <c:v>9290</c:v>
                </c:pt>
                <c:pt idx="930">
                  <c:v>9300</c:v>
                </c:pt>
                <c:pt idx="931">
                  <c:v>9310</c:v>
                </c:pt>
                <c:pt idx="932">
                  <c:v>9320</c:v>
                </c:pt>
                <c:pt idx="933">
                  <c:v>9330</c:v>
                </c:pt>
                <c:pt idx="934">
                  <c:v>9340</c:v>
                </c:pt>
                <c:pt idx="935">
                  <c:v>9350</c:v>
                </c:pt>
                <c:pt idx="936">
                  <c:v>9360</c:v>
                </c:pt>
                <c:pt idx="937">
                  <c:v>9370</c:v>
                </c:pt>
                <c:pt idx="938">
                  <c:v>9380</c:v>
                </c:pt>
                <c:pt idx="939">
                  <c:v>9390</c:v>
                </c:pt>
                <c:pt idx="940">
                  <c:v>9400</c:v>
                </c:pt>
                <c:pt idx="941">
                  <c:v>9410</c:v>
                </c:pt>
                <c:pt idx="942">
                  <c:v>9420</c:v>
                </c:pt>
                <c:pt idx="943">
                  <c:v>9430</c:v>
                </c:pt>
                <c:pt idx="944">
                  <c:v>9440</c:v>
                </c:pt>
                <c:pt idx="945">
                  <c:v>9450</c:v>
                </c:pt>
                <c:pt idx="946">
                  <c:v>9460</c:v>
                </c:pt>
                <c:pt idx="947">
                  <c:v>9470</c:v>
                </c:pt>
                <c:pt idx="948">
                  <c:v>9480</c:v>
                </c:pt>
                <c:pt idx="949">
                  <c:v>9490</c:v>
                </c:pt>
                <c:pt idx="950">
                  <c:v>9500</c:v>
                </c:pt>
                <c:pt idx="951">
                  <c:v>9510</c:v>
                </c:pt>
                <c:pt idx="952">
                  <c:v>9520</c:v>
                </c:pt>
                <c:pt idx="953">
                  <c:v>9530</c:v>
                </c:pt>
                <c:pt idx="954">
                  <c:v>9540</c:v>
                </c:pt>
                <c:pt idx="955">
                  <c:v>9550</c:v>
                </c:pt>
                <c:pt idx="956">
                  <c:v>9560</c:v>
                </c:pt>
                <c:pt idx="957">
                  <c:v>9570</c:v>
                </c:pt>
                <c:pt idx="958">
                  <c:v>9580</c:v>
                </c:pt>
                <c:pt idx="959">
                  <c:v>9590</c:v>
                </c:pt>
                <c:pt idx="960">
                  <c:v>9600</c:v>
                </c:pt>
                <c:pt idx="961">
                  <c:v>9610</c:v>
                </c:pt>
                <c:pt idx="962">
                  <c:v>9620</c:v>
                </c:pt>
                <c:pt idx="963">
                  <c:v>9630</c:v>
                </c:pt>
                <c:pt idx="964">
                  <c:v>9640</c:v>
                </c:pt>
                <c:pt idx="965">
                  <c:v>9650</c:v>
                </c:pt>
                <c:pt idx="966">
                  <c:v>9660</c:v>
                </c:pt>
                <c:pt idx="967">
                  <c:v>9670</c:v>
                </c:pt>
                <c:pt idx="968">
                  <c:v>9680</c:v>
                </c:pt>
                <c:pt idx="969">
                  <c:v>9690</c:v>
                </c:pt>
                <c:pt idx="970">
                  <c:v>9700</c:v>
                </c:pt>
                <c:pt idx="971">
                  <c:v>9710</c:v>
                </c:pt>
                <c:pt idx="972">
                  <c:v>9720</c:v>
                </c:pt>
                <c:pt idx="973">
                  <c:v>9730</c:v>
                </c:pt>
                <c:pt idx="974">
                  <c:v>9740</c:v>
                </c:pt>
                <c:pt idx="975">
                  <c:v>9750</c:v>
                </c:pt>
                <c:pt idx="976">
                  <c:v>9760</c:v>
                </c:pt>
                <c:pt idx="977">
                  <c:v>9770</c:v>
                </c:pt>
                <c:pt idx="978">
                  <c:v>9780</c:v>
                </c:pt>
                <c:pt idx="979">
                  <c:v>9790</c:v>
                </c:pt>
                <c:pt idx="980">
                  <c:v>9800</c:v>
                </c:pt>
                <c:pt idx="981">
                  <c:v>9810</c:v>
                </c:pt>
                <c:pt idx="982">
                  <c:v>9820</c:v>
                </c:pt>
                <c:pt idx="983">
                  <c:v>9830</c:v>
                </c:pt>
                <c:pt idx="984">
                  <c:v>9840</c:v>
                </c:pt>
                <c:pt idx="985">
                  <c:v>9850</c:v>
                </c:pt>
                <c:pt idx="986">
                  <c:v>9860</c:v>
                </c:pt>
                <c:pt idx="987">
                  <c:v>9870</c:v>
                </c:pt>
                <c:pt idx="988">
                  <c:v>9880</c:v>
                </c:pt>
                <c:pt idx="989">
                  <c:v>9890</c:v>
                </c:pt>
                <c:pt idx="990">
                  <c:v>9900</c:v>
                </c:pt>
                <c:pt idx="991">
                  <c:v>9910</c:v>
                </c:pt>
                <c:pt idx="992">
                  <c:v>9920</c:v>
                </c:pt>
                <c:pt idx="993">
                  <c:v>9930</c:v>
                </c:pt>
                <c:pt idx="994">
                  <c:v>9940</c:v>
                </c:pt>
                <c:pt idx="995">
                  <c:v>9950</c:v>
                </c:pt>
                <c:pt idx="996">
                  <c:v>9960</c:v>
                </c:pt>
                <c:pt idx="997">
                  <c:v>9970</c:v>
                </c:pt>
                <c:pt idx="998">
                  <c:v>9980</c:v>
                </c:pt>
                <c:pt idx="999">
                  <c:v>9990</c:v>
                </c:pt>
                <c:pt idx="1000">
                  <c:v>10000</c:v>
                </c:pt>
                <c:pt idx="1001">
                  <c:v>10010</c:v>
                </c:pt>
                <c:pt idx="1002">
                  <c:v>10020</c:v>
                </c:pt>
                <c:pt idx="1003">
                  <c:v>10030</c:v>
                </c:pt>
                <c:pt idx="1004">
                  <c:v>10040</c:v>
                </c:pt>
                <c:pt idx="1005">
                  <c:v>10050</c:v>
                </c:pt>
                <c:pt idx="1006">
                  <c:v>10060</c:v>
                </c:pt>
                <c:pt idx="1007">
                  <c:v>10070</c:v>
                </c:pt>
                <c:pt idx="1008">
                  <c:v>10080</c:v>
                </c:pt>
                <c:pt idx="1009">
                  <c:v>10090</c:v>
                </c:pt>
                <c:pt idx="1010">
                  <c:v>10100</c:v>
                </c:pt>
                <c:pt idx="1011">
                  <c:v>10110</c:v>
                </c:pt>
                <c:pt idx="1012">
                  <c:v>10120</c:v>
                </c:pt>
                <c:pt idx="1013">
                  <c:v>10130</c:v>
                </c:pt>
                <c:pt idx="1014">
                  <c:v>10140</c:v>
                </c:pt>
                <c:pt idx="1015">
                  <c:v>10150</c:v>
                </c:pt>
                <c:pt idx="1016">
                  <c:v>10160</c:v>
                </c:pt>
                <c:pt idx="1017">
                  <c:v>10170</c:v>
                </c:pt>
                <c:pt idx="1018">
                  <c:v>10180</c:v>
                </c:pt>
                <c:pt idx="1019">
                  <c:v>10190</c:v>
                </c:pt>
                <c:pt idx="1020">
                  <c:v>10200</c:v>
                </c:pt>
                <c:pt idx="1021">
                  <c:v>10210</c:v>
                </c:pt>
                <c:pt idx="1022">
                  <c:v>10220</c:v>
                </c:pt>
                <c:pt idx="1023">
                  <c:v>10230</c:v>
                </c:pt>
                <c:pt idx="1024">
                  <c:v>10240</c:v>
                </c:pt>
                <c:pt idx="1025">
                  <c:v>10250</c:v>
                </c:pt>
                <c:pt idx="1026">
                  <c:v>10260</c:v>
                </c:pt>
                <c:pt idx="1027">
                  <c:v>10270</c:v>
                </c:pt>
                <c:pt idx="1028">
                  <c:v>10280</c:v>
                </c:pt>
                <c:pt idx="1029">
                  <c:v>10290</c:v>
                </c:pt>
                <c:pt idx="1030">
                  <c:v>10300</c:v>
                </c:pt>
                <c:pt idx="1031">
                  <c:v>10310</c:v>
                </c:pt>
                <c:pt idx="1032">
                  <c:v>10320</c:v>
                </c:pt>
                <c:pt idx="1033">
                  <c:v>10330</c:v>
                </c:pt>
                <c:pt idx="1034">
                  <c:v>10340</c:v>
                </c:pt>
                <c:pt idx="1035">
                  <c:v>10350</c:v>
                </c:pt>
                <c:pt idx="1036">
                  <c:v>10360</c:v>
                </c:pt>
                <c:pt idx="1037">
                  <c:v>10370</c:v>
                </c:pt>
                <c:pt idx="1038">
                  <c:v>10380</c:v>
                </c:pt>
                <c:pt idx="1039">
                  <c:v>10390</c:v>
                </c:pt>
                <c:pt idx="1040">
                  <c:v>10400</c:v>
                </c:pt>
                <c:pt idx="1041">
                  <c:v>10410</c:v>
                </c:pt>
                <c:pt idx="1042">
                  <c:v>10420</c:v>
                </c:pt>
                <c:pt idx="1043">
                  <c:v>10430</c:v>
                </c:pt>
                <c:pt idx="1044">
                  <c:v>10440</c:v>
                </c:pt>
                <c:pt idx="1045">
                  <c:v>10450</c:v>
                </c:pt>
                <c:pt idx="1046">
                  <c:v>10460</c:v>
                </c:pt>
                <c:pt idx="1047">
                  <c:v>10470</c:v>
                </c:pt>
                <c:pt idx="1048">
                  <c:v>10480</c:v>
                </c:pt>
                <c:pt idx="1049">
                  <c:v>10490</c:v>
                </c:pt>
                <c:pt idx="1050">
                  <c:v>10500</c:v>
                </c:pt>
                <c:pt idx="1051">
                  <c:v>10510</c:v>
                </c:pt>
                <c:pt idx="1052">
                  <c:v>10520</c:v>
                </c:pt>
                <c:pt idx="1053">
                  <c:v>10530</c:v>
                </c:pt>
                <c:pt idx="1054">
                  <c:v>10540</c:v>
                </c:pt>
                <c:pt idx="1055">
                  <c:v>10550</c:v>
                </c:pt>
                <c:pt idx="1056">
                  <c:v>10560</c:v>
                </c:pt>
                <c:pt idx="1057">
                  <c:v>10570</c:v>
                </c:pt>
                <c:pt idx="1058">
                  <c:v>10580</c:v>
                </c:pt>
                <c:pt idx="1059">
                  <c:v>10590</c:v>
                </c:pt>
                <c:pt idx="1060">
                  <c:v>10600</c:v>
                </c:pt>
                <c:pt idx="1061">
                  <c:v>10610</c:v>
                </c:pt>
                <c:pt idx="1062">
                  <c:v>10620</c:v>
                </c:pt>
                <c:pt idx="1063">
                  <c:v>10630</c:v>
                </c:pt>
                <c:pt idx="1064">
                  <c:v>10640</c:v>
                </c:pt>
                <c:pt idx="1065">
                  <c:v>10650</c:v>
                </c:pt>
                <c:pt idx="1066">
                  <c:v>10660</c:v>
                </c:pt>
                <c:pt idx="1067">
                  <c:v>10670</c:v>
                </c:pt>
                <c:pt idx="1068">
                  <c:v>10680</c:v>
                </c:pt>
                <c:pt idx="1069">
                  <c:v>10690</c:v>
                </c:pt>
                <c:pt idx="1070">
                  <c:v>10700</c:v>
                </c:pt>
                <c:pt idx="1071">
                  <c:v>10710</c:v>
                </c:pt>
                <c:pt idx="1072">
                  <c:v>10720</c:v>
                </c:pt>
                <c:pt idx="1073">
                  <c:v>10730</c:v>
                </c:pt>
                <c:pt idx="1074">
                  <c:v>10740</c:v>
                </c:pt>
                <c:pt idx="1075">
                  <c:v>10750</c:v>
                </c:pt>
                <c:pt idx="1076">
                  <c:v>10760</c:v>
                </c:pt>
                <c:pt idx="1077">
                  <c:v>10770</c:v>
                </c:pt>
                <c:pt idx="1078">
                  <c:v>10780</c:v>
                </c:pt>
                <c:pt idx="1079">
                  <c:v>10790</c:v>
                </c:pt>
                <c:pt idx="1080">
                  <c:v>10800</c:v>
                </c:pt>
                <c:pt idx="1081">
                  <c:v>10810</c:v>
                </c:pt>
                <c:pt idx="1082">
                  <c:v>10820</c:v>
                </c:pt>
                <c:pt idx="1083">
                  <c:v>10830</c:v>
                </c:pt>
                <c:pt idx="1084">
                  <c:v>10840</c:v>
                </c:pt>
                <c:pt idx="1085">
                  <c:v>10850</c:v>
                </c:pt>
                <c:pt idx="1086">
                  <c:v>10860</c:v>
                </c:pt>
                <c:pt idx="1087">
                  <c:v>10870</c:v>
                </c:pt>
                <c:pt idx="1088">
                  <c:v>10880</c:v>
                </c:pt>
                <c:pt idx="1089">
                  <c:v>10890</c:v>
                </c:pt>
                <c:pt idx="1090">
                  <c:v>10900</c:v>
                </c:pt>
                <c:pt idx="1091">
                  <c:v>10910</c:v>
                </c:pt>
                <c:pt idx="1092">
                  <c:v>10920</c:v>
                </c:pt>
                <c:pt idx="1093">
                  <c:v>10930</c:v>
                </c:pt>
                <c:pt idx="1094">
                  <c:v>10940</c:v>
                </c:pt>
                <c:pt idx="1095">
                  <c:v>10950</c:v>
                </c:pt>
                <c:pt idx="1096">
                  <c:v>10960</c:v>
                </c:pt>
                <c:pt idx="1097">
                  <c:v>10970</c:v>
                </c:pt>
                <c:pt idx="1098">
                  <c:v>10980</c:v>
                </c:pt>
                <c:pt idx="1099">
                  <c:v>10990</c:v>
                </c:pt>
                <c:pt idx="1100">
                  <c:v>11000</c:v>
                </c:pt>
                <c:pt idx="1101">
                  <c:v>11010</c:v>
                </c:pt>
                <c:pt idx="1102">
                  <c:v>11020</c:v>
                </c:pt>
                <c:pt idx="1103">
                  <c:v>11030</c:v>
                </c:pt>
                <c:pt idx="1104">
                  <c:v>11040</c:v>
                </c:pt>
                <c:pt idx="1105">
                  <c:v>11050</c:v>
                </c:pt>
                <c:pt idx="1106">
                  <c:v>11060</c:v>
                </c:pt>
                <c:pt idx="1107">
                  <c:v>11070</c:v>
                </c:pt>
                <c:pt idx="1108">
                  <c:v>11080</c:v>
                </c:pt>
                <c:pt idx="1109">
                  <c:v>11090</c:v>
                </c:pt>
                <c:pt idx="1110">
                  <c:v>11100</c:v>
                </c:pt>
                <c:pt idx="1111">
                  <c:v>11110</c:v>
                </c:pt>
                <c:pt idx="1112">
                  <c:v>11120</c:v>
                </c:pt>
                <c:pt idx="1113">
                  <c:v>11130</c:v>
                </c:pt>
                <c:pt idx="1114">
                  <c:v>11140</c:v>
                </c:pt>
                <c:pt idx="1115">
                  <c:v>11150</c:v>
                </c:pt>
                <c:pt idx="1116">
                  <c:v>11160</c:v>
                </c:pt>
                <c:pt idx="1117">
                  <c:v>11170</c:v>
                </c:pt>
                <c:pt idx="1118">
                  <c:v>11180</c:v>
                </c:pt>
                <c:pt idx="1119">
                  <c:v>11190</c:v>
                </c:pt>
                <c:pt idx="1120">
                  <c:v>11200</c:v>
                </c:pt>
                <c:pt idx="1121">
                  <c:v>11210</c:v>
                </c:pt>
                <c:pt idx="1122">
                  <c:v>11220</c:v>
                </c:pt>
                <c:pt idx="1123">
                  <c:v>11230</c:v>
                </c:pt>
                <c:pt idx="1124">
                  <c:v>11240</c:v>
                </c:pt>
                <c:pt idx="1125">
                  <c:v>11250</c:v>
                </c:pt>
                <c:pt idx="1126">
                  <c:v>11260</c:v>
                </c:pt>
                <c:pt idx="1127">
                  <c:v>11270</c:v>
                </c:pt>
                <c:pt idx="1128">
                  <c:v>11280</c:v>
                </c:pt>
                <c:pt idx="1129">
                  <c:v>11290</c:v>
                </c:pt>
                <c:pt idx="1130">
                  <c:v>11300</c:v>
                </c:pt>
                <c:pt idx="1131">
                  <c:v>11310</c:v>
                </c:pt>
                <c:pt idx="1132">
                  <c:v>11320</c:v>
                </c:pt>
                <c:pt idx="1133">
                  <c:v>11330</c:v>
                </c:pt>
                <c:pt idx="1134">
                  <c:v>11340</c:v>
                </c:pt>
                <c:pt idx="1135">
                  <c:v>11350</c:v>
                </c:pt>
                <c:pt idx="1136">
                  <c:v>11360</c:v>
                </c:pt>
                <c:pt idx="1137">
                  <c:v>11370</c:v>
                </c:pt>
                <c:pt idx="1138">
                  <c:v>11380</c:v>
                </c:pt>
                <c:pt idx="1139">
                  <c:v>11390</c:v>
                </c:pt>
                <c:pt idx="1140">
                  <c:v>11400</c:v>
                </c:pt>
                <c:pt idx="1141">
                  <c:v>11410</c:v>
                </c:pt>
                <c:pt idx="1142">
                  <c:v>11420</c:v>
                </c:pt>
                <c:pt idx="1143">
                  <c:v>11430</c:v>
                </c:pt>
                <c:pt idx="1144">
                  <c:v>11440</c:v>
                </c:pt>
                <c:pt idx="1145">
                  <c:v>11450</c:v>
                </c:pt>
                <c:pt idx="1146">
                  <c:v>11460</c:v>
                </c:pt>
                <c:pt idx="1147">
                  <c:v>11470</c:v>
                </c:pt>
                <c:pt idx="1148">
                  <c:v>11480</c:v>
                </c:pt>
                <c:pt idx="1149">
                  <c:v>11490</c:v>
                </c:pt>
                <c:pt idx="1150">
                  <c:v>11500</c:v>
                </c:pt>
                <c:pt idx="1151">
                  <c:v>11510</c:v>
                </c:pt>
                <c:pt idx="1152">
                  <c:v>11520</c:v>
                </c:pt>
                <c:pt idx="1153">
                  <c:v>11530</c:v>
                </c:pt>
                <c:pt idx="1154">
                  <c:v>11540</c:v>
                </c:pt>
                <c:pt idx="1155">
                  <c:v>11550</c:v>
                </c:pt>
                <c:pt idx="1156">
                  <c:v>11560</c:v>
                </c:pt>
                <c:pt idx="1157">
                  <c:v>11570</c:v>
                </c:pt>
                <c:pt idx="1158">
                  <c:v>11580</c:v>
                </c:pt>
                <c:pt idx="1159">
                  <c:v>11590</c:v>
                </c:pt>
                <c:pt idx="1160">
                  <c:v>11600</c:v>
                </c:pt>
                <c:pt idx="1161">
                  <c:v>11610</c:v>
                </c:pt>
                <c:pt idx="1162">
                  <c:v>11620</c:v>
                </c:pt>
                <c:pt idx="1163">
                  <c:v>11630</c:v>
                </c:pt>
                <c:pt idx="1164">
                  <c:v>11640</c:v>
                </c:pt>
                <c:pt idx="1165">
                  <c:v>11650</c:v>
                </c:pt>
                <c:pt idx="1166">
                  <c:v>11660</c:v>
                </c:pt>
                <c:pt idx="1167">
                  <c:v>11670</c:v>
                </c:pt>
                <c:pt idx="1168">
                  <c:v>11680</c:v>
                </c:pt>
                <c:pt idx="1169">
                  <c:v>11690</c:v>
                </c:pt>
                <c:pt idx="1170">
                  <c:v>11700</c:v>
                </c:pt>
                <c:pt idx="1171">
                  <c:v>11710</c:v>
                </c:pt>
                <c:pt idx="1172">
                  <c:v>11720</c:v>
                </c:pt>
                <c:pt idx="1173">
                  <c:v>11730</c:v>
                </c:pt>
                <c:pt idx="1174">
                  <c:v>11740</c:v>
                </c:pt>
                <c:pt idx="1175">
                  <c:v>11750</c:v>
                </c:pt>
                <c:pt idx="1176">
                  <c:v>11760</c:v>
                </c:pt>
                <c:pt idx="1177">
                  <c:v>11770</c:v>
                </c:pt>
                <c:pt idx="1178">
                  <c:v>11780</c:v>
                </c:pt>
                <c:pt idx="1179">
                  <c:v>11790</c:v>
                </c:pt>
                <c:pt idx="1180">
                  <c:v>11800</c:v>
                </c:pt>
                <c:pt idx="1181">
                  <c:v>11810</c:v>
                </c:pt>
                <c:pt idx="1182">
                  <c:v>11820</c:v>
                </c:pt>
                <c:pt idx="1183">
                  <c:v>11830</c:v>
                </c:pt>
                <c:pt idx="1184">
                  <c:v>11840</c:v>
                </c:pt>
                <c:pt idx="1185">
                  <c:v>11850</c:v>
                </c:pt>
                <c:pt idx="1186">
                  <c:v>11860</c:v>
                </c:pt>
                <c:pt idx="1187">
                  <c:v>11870</c:v>
                </c:pt>
                <c:pt idx="1188">
                  <c:v>11880</c:v>
                </c:pt>
                <c:pt idx="1189">
                  <c:v>11890</c:v>
                </c:pt>
                <c:pt idx="1190">
                  <c:v>11900</c:v>
                </c:pt>
                <c:pt idx="1191">
                  <c:v>11910</c:v>
                </c:pt>
                <c:pt idx="1192">
                  <c:v>11920</c:v>
                </c:pt>
                <c:pt idx="1193">
                  <c:v>11930</c:v>
                </c:pt>
                <c:pt idx="1194">
                  <c:v>11940</c:v>
                </c:pt>
                <c:pt idx="1195">
                  <c:v>11950</c:v>
                </c:pt>
                <c:pt idx="1196">
                  <c:v>11960</c:v>
                </c:pt>
                <c:pt idx="1197">
                  <c:v>11970</c:v>
                </c:pt>
                <c:pt idx="1198">
                  <c:v>11980</c:v>
                </c:pt>
                <c:pt idx="1199">
                  <c:v>11990</c:v>
                </c:pt>
              </c:numCache>
            </c:numRef>
          </c:cat>
          <c:val>
            <c:numRef>
              <c:f>Лист1!$D$1:$D$1200</c:f>
              <c:numCache>
                <c:formatCode>General</c:formatCode>
                <c:ptCount val="1200"/>
                <c:pt idx="0">
                  <c:v>0</c:v>
                </c:pt>
                <c:pt idx="1">
                  <c:v>0.19801326693244728</c:v>
                </c:pt>
                <c:pt idx="2">
                  <c:v>0.39210560847676845</c:v>
                </c:pt>
                <c:pt idx="3">
                  <c:v>0.58235466415751347</c:v>
                </c:pt>
                <c:pt idx="4">
                  <c:v>0.76883653613364278</c:v>
                </c:pt>
                <c:pt idx="5">
                  <c:v>0.9516258196404056</c:v>
                </c:pt>
                <c:pt idx="6">
                  <c:v>1.1307956328284252</c:v>
                </c:pt>
                <c:pt idx="7">
                  <c:v>1.3064176460119405</c:v>
                </c:pt>
                <c:pt idx="8">
                  <c:v>1.4785621103378863</c:v>
                </c:pt>
                <c:pt idx="9">
                  <c:v>1.64729788588728</c:v>
                </c:pt>
                <c:pt idx="10">
                  <c:v>1.8126924692201811</c:v>
                </c:pt>
                <c:pt idx="11">
                  <c:v>1.9748120203752149</c:v>
                </c:pt>
                <c:pt idx="12">
                  <c:v>2.1337213893344655</c:v>
                </c:pt>
                <c:pt idx="13">
                  <c:v>2.2894841419643379</c:v>
                </c:pt>
                <c:pt idx="14">
                  <c:v>2.4421625854427451</c:v>
                </c:pt>
                <c:pt idx="15">
                  <c:v>2.591817793182821</c:v>
                </c:pt>
                <c:pt idx="16">
                  <c:v>2.7385096292630897</c:v>
                </c:pt>
                <c:pt idx="17">
                  <c:v>2.8822967723739041</c:v>
                </c:pt>
                <c:pt idx="18">
                  <c:v>3.0232367392896897</c:v>
                </c:pt>
                <c:pt idx="19">
                  <c:v>3.1613859078764421</c:v>
                </c:pt>
                <c:pt idx="20">
                  <c:v>3.2967995396436063</c:v>
                </c:pt>
                <c:pt idx="21">
                  <c:v>3.429531801849433</c:v>
                </c:pt>
                <c:pt idx="22">
                  <c:v>3.5596357891685853</c:v>
                </c:pt>
                <c:pt idx="23">
                  <c:v>3.6871635449307409</c:v>
                </c:pt>
                <c:pt idx="24">
                  <c:v>3.812166081938591</c:v>
                </c:pt>
                <c:pt idx="25">
                  <c:v>3.9346934028736658</c:v>
                </c:pt>
                <c:pt idx="26">
                  <c:v>4.0547945202980546</c:v>
                </c:pt>
                <c:pt idx="27">
                  <c:v>4.1725174762601016</c:v>
                </c:pt>
                <c:pt idx="28">
                  <c:v>4.2879093615118515</c:v>
                </c:pt>
                <c:pt idx="29">
                  <c:v>4.4010163343459796</c:v>
                </c:pt>
                <c:pt idx="30">
                  <c:v>4.5118836390597359</c:v>
                </c:pt>
                <c:pt idx="31">
                  <c:v>4.6205556240532539</c:v>
                </c:pt>
                <c:pt idx="32">
                  <c:v>4.7270757595695132</c:v>
                </c:pt>
                <c:pt idx="33">
                  <c:v>4.8314866550830082</c:v>
                </c:pt>
                <c:pt idx="34">
                  <c:v>4.9338300763441056</c:v>
                </c:pt>
                <c:pt idx="35">
                  <c:v>5.0341469620859041</c:v>
                </c:pt>
                <c:pt idx="36">
                  <c:v>5.1324774404002822</c:v>
                </c:pt>
                <c:pt idx="37">
                  <c:v>5.2288608447896561</c:v>
                </c:pt>
                <c:pt idx="38">
                  <c:v>5.323335729900907</c:v>
                </c:pt>
                <c:pt idx="39">
                  <c:v>5.4159398869477648</c:v>
                </c:pt>
                <c:pt idx="40">
                  <c:v>5.5067103588277835</c:v>
                </c:pt>
                <c:pt idx="41">
                  <c:v>5.5956834549400076</c:v>
                </c:pt>
                <c:pt idx="42">
                  <c:v>5.6828947657092019</c:v>
                </c:pt>
                <c:pt idx="43">
                  <c:v>5.7683791768225117</c:v>
                </c:pt>
                <c:pt idx="44">
                  <c:v>5.8521708831841863</c:v>
                </c:pt>
                <c:pt idx="45">
                  <c:v>5.9343034025940105</c:v>
                </c:pt>
                <c:pt idx="46">
                  <c:v>6.0148095891548587</c:v>
                </c:pt>
                <c:pt idx="47">
                  <c:v>6.0937216464147888</c:v>
                </c:pt>
                <c:pt idx="48">
                  <c:v>6.1710711402488805</c:v>
                </c:pt>
                <c:pt idx="49">
                  <c:v>6.2468890114860054</c:v>
                </c:pt>
                <c:pt idx="50">
                  <c:v>6.3212055882855767</c:v>
                </c:pt>
                <c:pt idx="51">
                  <c:v>6.3940505982692155</c:v>
                </c:pt>
                <c:pt idx="52">
                  <c:v>6.4654531804121991</c:v>
                </c:pt>
                <c:pt idx="53">
                  <c:v>6.5354418966994263</c:v>
                </c:pt>
                <c:pt idx="54">
                  <c:v>6.6040447435506087</c:v>
                </c:pt>
                <c:pt idx="55">
                  <c:v>6.6712891630192059</c:v>
                </c:pt>
                <c:pt idx="56">
                  <c:v>6.7372020537696073</c:v>
                </c:pt>
                <c:pt idx="57">
                  <c:v>6.8018097818369609</c:v>
                </c:pt>
                <c:pt idx="58">
                  <c:v>6.8651381911739469</c:v>
                </c:pt>
                <c:pt idx="59">
                  <c:v>6.9272126139886874</c:v>
                </c:pt>
                <c:pt idx="60">
                  <c:v>6.9880578808779781</c:v>
                </c:pt>
                <c:pt idx="61">
                  <c:v>7.0476983307598573</c:v>
                </c:pt>
                <c:pt idx="62">
                  <c:v>7.106157820609492</c:v>
                </c:pt>
                <c:pt idx="63">
                  <c:v>7.1634597350022959</c:v>
                </c:pt>
                <c:pt idx="64">
                  <c:v>7.219626995468059</c:v>
                </c:pt>
                <c:pt idx="65">
                  <c:v>7.2746820696598755</c:v>
                </c:pt>
                <c:pt idx="66">
                  <c:v>7.3286469803414969</c:v>
                </c:pt>
                <c:pt idx="67">
                  <c:v>7.3815433141967404</c:v>
                </c:pt>
                <c:pt idx="68">
                  <c:v>7.4333922304644426</c:v>
                </c:pt>
                <c:pt idx="69">
                  <c:v>7.4842144694024348</c:v>
                </c:pt>
                <c:pt idx="70">
                  <c:v>7.5340303605839356</c:v>
                </c:pt>
                <c:pt idx="71">
                  <c:v>7.5828598310296353</c:v>
                </c:pt>
                <c:pt idx="72">
                  <c:v>7.6307224131787823</c:v>
                </c:pt>
                <c:pt idx="73">
                  <c:v>7.6776372527024108</c:v>
                </c:pt>
                <c:pt idx="74">
                  <c:v>7.7236231161618738</c:v>
                </c:pt>
                <c:pt idx="75">
                  <c:v>7.7686983985157019</c:v>
                </c:pt>
                <c:pt idx="76">
                  <c:v>7.8128811304778516</c:v>
                </c:pt>
                <c:pt idx="77">
                  <c:v>7.8561889857302214</c:v>
                </c:pt>
                <c:pt idx="78">
                  <c:v>7.8986392879923528</c:v>
                </c:pt>
                <c:pt idx="79">
                  <c:v>7.9402490179511682</c:v>
                </c:pt>
                <c:pt idx="80">
                  <c:v>7.9810348200534467</c:v>
                </c:pt>
                <c:pt idx="81">
                  <c:v>8.0210130091638518</c:v>
                </c:pt>
                <c:pt idx="82">
                  <c:v>8.0601995770910833</c:v>
                </c:pt>
                <c:pt idx="83">
                  <c:v>8.0986101989847938</c:v>
                </c:pt>
                <c:pt idx="84">
                  <c:v>8.1362602396058996</c:v>
                </c:pt>
                <c:pt idx="85">
                  <c:v>8.1731647594726535</c:v>
                </c:pt>
                <c:pt idx="86">
                  <c:v>8.2093385208850673</c:v>
                </c:pt>
                <c:pt idx="87">
                  <c:v>8.2447959938300297</c:v>
                </c:pt>
                <c:pt idx="88">
                  <c:v>8.279551361769494</c:v>
                </c:pt>
                <c:pt idx="89">
                  <c:v>8.3136185273140448</c:v>
                </c:pt>
                <c:pt idx="90">
                  <c:v>8.3470111177841328</c:v>
                </c:pt>
                <c:pt idx="91">
                  <c:v>8.3797424906611955</c:v>
                </c:pt>
                <c:pt idx="92">
                  <c:v>8.4118257389307924</c:v>
                </c:pt>
                <c:pt idx="93">
                  <c:v>8.4432736963200252</c:v>
                </c:pt>
                <c:pt idx="94">
                  <c:v>8.4740989424311586</c:v>
                </c:pt>
                <c:pt idx="95">
                  <c:v>8.5043138077736486</c:v>
                </c:pt>
                <c:pt idx="96">
                  <c:v>8.5339303786964997</c:v>
                </c:pt>
                <c:pt idx="97">
                  <c:v>8.5629605022229729</c:v>
                </c:pt>
                <c:pt idx="98">
                  <c:v>8.591415790789549</c:v>
                </c:pt>
                <c:pt idx="99">
                  <c:v>8.6193076268910698</c:v>
                </c:pt>
                <c:pt idx="100">
                  <c:v>8.6466471676338692</c:v>
                </c:pt>
                <c:pt idx="101">
                  <c:v>8.6734453491987828</c:v>
                </c:pt>
                <c:pt idx="102">
                  <c:v>8.6997128912157429</c:v>
                </c:pt>
                <c:pt idx="103">
                  <c:v>8.7254603010517933</c:v>
                </c:pt>
                <c:pt idx="104">
                  <c:v>8.7506978780141758</c:v>
                </c:pt>
                <c:pt idx="105">
                  <c:v>8.7754357174701827</c:v>
                </c:pt>
                <c:pt idx="106">
                  <c:v>8.7996837148854326</c:v>
                </c:pt>
                <c:pt idx="107">
                  <c:v>8.8234515697822093</c:v>
                </c:pt>
                <c:pt idx="108">
                  <c:v>8.8467487896193724</c:v>
                </c:pt>
                <c:pt idx="109">
                  <c:v>8.8695846935955043</c:v>
                </c:pt>
                <c:pt idx="110">
                  <c:v>8.8919684163766615</c:v>
                </c:pt>
                <c:pt idx="111">
                  <c:v>8.9139089117504184</c:v>
                </c:pt>
                <c:pt idx="112">
                  <c:v>8.9354149562074738</c:v>
                </c:pt>
                <c:pt idx="113">
                  <c:v>8.9564951524523515</c:v>
                </c:pt>
                <c:pt idx="114">
                  <c:v>8.9771579328446247</c:v>
                </c:pt>
                <c:pt idx="115">
                  <c:v>8.997411562771962</c:v>
                </c:pt>
                <c:pt idx="116">
                  <c:v>9.0172641439563836</c:v>
                </c:pt>
                <c:pt idx="117">
                  <c:v>9.0367236176950687</c:v>
                </c:pt>
                <c:pt idx="118">
                  <c:v>9.0557977680369763</c:v>
                </c:pt>
                <c:pt idx="119">
                  <c:v>9.0744942248965668</c:v>
                </c:pt>
                <c:pt idx="120">
                  <c:v>9.0928204671058737</c:v>
                </c:pt>
                <c:pt idx="121">
                  <c:v>9.110783825406136</c:v>
                </c:pt>
                <c:pt idx="122">
                  <c:v>9.1283914853801811</c:v>
                </c:pt>
                <c:pt idx="123">
                  <c:v>9.145650490326787</c:v>
                </c:pt>
                <c:pt idx="124">
                  <c:v>9.1625677440780429</c:v>
                </c:pt>
                <c:pt idx="125">
                  <c:v>9.1791500137610136</c:v>
                </c:pt>
                <c:pt idx="126">
                  <c:v>9.1954039325046768</c:v>
                </c:pt>
                <c:pt idx="127">
                  <c:v>9.2113360020932511</c:v>
                </c:pt>
                <c:pt idx="128">
                  <c:v>9.2269525955670026</c:v>
                </c:pt>
                <c:pt idx="129">
                  <c:v>9.2422599597715429</c:v>
                </c:pt>
                <c:pt idx="130">
                  <c:v>9.2572642178566635</c:v>
                </c:pt>
                <c:pt idx="131">
                  <c:v>9.2719713717256429</c:v>
                </c:pt>
                <c:pt idx="132">
                  <c:v>9.286387304436138</c:v>
                </c:pt>
                <c:pt idx="133">
                  <c:v>9.3005177825534471</c:v>
                </c:pt>
                <c:pt idx="134">
                  <c:v>9.3143684584572188</c:v>
                </c:pt>
                <c:pt idx="135">
                  <c:v>9.3279448726025027</c:v>
                </c:pt>
                <c:pt idx="136">
                  <c:v>9.3412524557359689</c:v>
                </c:pt>
                <c:pt idx="137">
                  <c:v>9.3542965310683179</c:v>
                </c:pt>
                <c:pt idx="138">
                  <c:v>9.3670823164035966</c:v>
                </c:pt>
                <c:pt idx="139">
                  <c:v>9.3796149262264183</c:v>
                </c:pt>
                <c:pt idx="140">
                  <c:v>9.3918993737478207</c:v>
                </c:pt>
                <c:pt idx="141">
                  <c:v>9.4039405729106065</c:v>
                </c:pt>
                <c:pt idx="142">
                  <c:v>9.4157433403549931</c:v>
                </c:pt>
                <c:pt idx="143">
                  <c:v>9.427312397345327</c:v>
                </c:pt>
                <c:pt idx="144">
                  <c:v>9.4386523716586623</c:v>
                </c:pt>
                <c:pt idx="145">
                  <c:v>9.4497677994359286</c:v>
                </c:pt>
                <c:pt idx="146">
                  <c:v>9.4606631269964403</c:v>
                </c:pt>
                <c:pt idx="147">
                  <c:v>9.4713427126164955</c:v>
                </c:pt>
                <c:pt idx="148">
                  <c:v>9.4818108282727422</c:v>
                </c:pt>
                <c:pt idx="149">
                  <c:v>9.4920716613510159</c:v>
                </c:pt>
                <c:pt idx="150">
                  <c:v>9.502129316321362</c:v>
                </c:pt>
                <c:pt idx="151">
                  <c:v>9.5119878163798717</c:v>
                </c:pt>
                <c:pt idx="152">
                  <c:v>9.5216511050580159</c:v>
                </c:pt>
                <c:pt idx="153">
                  <c:v>9.5311230478001132</c:v>
                </c:pt>
                <c:pt idx="154">
                  <c:v>9.5404074335095572</c:v>
                </c:pt>
                <c:pt idx="155">
                  <c:v>9.5495079760644224</c:v>
                </c:pt>
                <c:pt idx="156">
                  <c:v>9.5584283158030718</c:v>
                </c:pt>
                <c:pt idx="157">
                  <c:v>9.5671720209803404</c:v>
                </c:pt>
                <c:pt idx="158">
                  <c:v>9.5757425891948866</c:v>
                </c:pt>
                <c:pt idx="159">
                  <c:v>9.5841434487882697</c:v>
                </c:pt>
                <c:pt idx="160">
                  <c:v>9.5923779602163357</c:v>
                </c:pt>
                <c:pt idx="161">
                  <c:v>9.6004494173934631</c:v>
                </c:pt>
                <c:pt idx="162">
                  <c:v>9.6083610490101243</c:v>
                </c:pt>
                <c:pt idx="163">
                  <c:v>9.6161160198244797</c:v>
                </c:pt>
                <c:pt idx="164">
                  <c:v>9.6237174319282399</c:v>
                </c:pt>
                <c:pt idx="165">
                  <c:v>9.6311683259875984</c:v>
                </c:pt>
                <c:pt idx="166">
                  <c:v>9.6384716824595316</c:v>
                </c:pt>
                <c:pt idx="167">
                  <c:v>9.6456304227840128</c:v>
                </c:pt>
                <c:pt idx="168">
                  <c:v>9.6526474105526159</c:v>
                </c:pt>
                <c:pt idx="169">
                  <c:v>9.6595254526540071</c:v>
                </c:pt>
                <c:pt idx="170">
                  <c:v>9.6662673003967399</c:v>
                </c:pt>
                <c:pt idx="171">
                  <c:v>9.6728756506098037</c:v>
                </c:pt>
                <c:pt idx="172">
                  <c:v>9.6793531467213931</c:v>
                </c:pt>
                <c:pt idx="173">
                  <c:v>9.6857023798163251</c:v>
                </c:pt>
                <c:pt idx="174">
                  <c:v>9.6919258896724862</c:v>
                </c:pt>
                <c:pt idx="175">
                  <c:v>9.6980261657768132</c:v>
                </c:pt>
                <c:pt idx="176">
                  <c:v>9.704005648321079</c:v>
                </c:pt>
                <c:pt idx="177">
                  <c:v>9.7098667291780281</c:v>
                </c:pt>
                <c:pt idx="178">
                  <c:v>9.7156117528581536</c:v>
                </c:pt>
                <c:pt idx="179">
                  <c:v>9.7212430174475273</c:v>
                </c:pt>
                <c:pt idx="180">
                  <c:v>9.7267627755270727</c:v>
                </c:pt>
                <c:pt idx="181">
                  <c:v>9.7321732350736188</c:v>
                </c:pt>
                <c:pt idx="182">
                  <c:v>9.7374765603431186</c:v>
                </c:pt>
                <c:pt idx="183">
                  <c:v>9.7426748727364014</c:v>
                </c:pt>
                <c:pt idx="184">
                  <c:v>9.7477702516477258</c:v>
                </c:pt>
                <c:pt idx="185">
                  <c:v>9.7527647352966067</c:v>
                </c:pt>
                <c:pt idx="186">
                  <c:v>9.7576603215430886</c:v>
                </c:pt>
                <c:pt idx="187">
                  <c:v>9.7624589686869516</c:v>
                </c:pt>
                <c:pt idx="188">
                  <c:v>9.767162596251028</c:v>
                </c:pt>
                <c:pt idx="189">
                  <c:v>9.7717730857490679</c:v>
                </c:pt>
                <c:pt idx="190">
                  <c:v>9.7762922814383444</c:v>
                </c:pt>
                <c:pt idx="191">
                  <c:v>9.7807219910573817</c:v>
                </c:pt>
                <c:pt idx="192">
                  <c:v>9.7850639865491011</c:v>
                </c:pt>
                <c:pt idx="193">
                  <c:v>9.7893200047695839</c:v>
                </c:pt>
                <c:pt idx="194">
                  <c:v>9.7934917481828734</c:v>
                </c:pt>
                <c:pt idx="195">
                  <c:v>9.7975808855419562</c:v>
                </c:pt>
                <c:pt idx="196">
                  <c:v>9.8015890525563005</c:v>
                </c:pt>
                <c:pt idx="197">
                  <c:v>9.8055178525461493</c:v>
                </c:pt>
                <c:pt idx="198">
                  <c:v>9.809368857083884</c:v>
                </c:pt>
                <c:pt idx="199">
                  <c:v>9.8131436066226723</c:v>
                </c:pt>
                <c:pt idx="200">
                  <c:v>9.8168436111126578</c:v>
                </c:pt>
                <c:pt idx="201">
                  <c:v>9.8204703506049729</c:v>
                </c:pt>
                <c:pt idx="202">
                  <c:v>9.8240252758437663</c:v>
                </c:pt>
                <c:pt idx="203">
                  <c:v>9.8275098088465391</c:v>
                </c:pt>
                <c:pt idx="204">
                  <c:v>9.8309253434729449</c:v>
                </c:pt>
                <c:pt idx="205">
                  <c:v>9.8342732459823861</c:v>
                </c:pt>
                <c:pt idx="206">
                  <c:v>9.8375548555805032</c:v>
                </c:pt>
                <c:pt idx="207">
                  <c:v>9.84077148495488</c:v>
                </c:pt>
                <c:pt idx="208">
                  <c:v>9.8439244208001693</c:v>
                </c:pt>
                <c:pt idx="209">
                  <c:v>9.8470149243327452</c:v>
                </c:pt>
                <c:pt idx="210">
                  <c:v>9.850044231795227</c:v>
                </c:pt>
                <c:pt idx="211">
                  <c:v>9.8530135549509854</c:v>
                </c:pt>
                <c:pt idx="212">
                  <c:v>9.855924081568876</c:v>
                </c:pt>
                <c:pt idx="213">
                  <c:v>9.8587769758983619</c:v>
                </c:pt>
                <c:pt idx="214">
                  <c:v>9.8615733791352067</c:v>
                </c:pt>
                <c:pt idx="215">
                  <c:v>9.8643144098779931</c:v>
                </c:pt>
                <c:pt idx="216">
                  <c:v>9.8670011645755604</c:v>
                </c:pt>
                <c:pt idx="217">
                  <c:v>9.8696347179656261</c:v>
                </c:pt>
                <c:pt idx="218">
                  <c:v>9.8722161235046446</c:v>
                </c:pt>
                <c:pt idx="219">
                  <c:v>9.8747464137892589</c:v>
                </c:pt>
                <c:pt idx="220">
                  <c:v>9.8772266009693173</c:v>
                </c:pt>
                <c:pt idx="221">
                  <c:v>9.879657677152764</c:v>
                </c:pt>
                <c:pt idx="222">
                  <c:v>9.8820406148024862</c:v>
                </c:pt>
                <c:pt idx="223">
                  <c:v>9.8843763671253146</c:v>
                </c:pt>
                <c:pt idx="224">
                  <c:v>9.886665868453326</c:v>
                </c:pt>
                <c:pt idx="225">
                  <c:v>9.8889100346175756</c:v>
                </c:pt>
                <c:pt idx="226">
                  <c:v>9.8911097633144536</c:v>
                </c:pt>
                <c:pt idx="227">
                  <c:v>9.89326593446477</c:v>
                </c:pt>
                <c:pt idx="228">
                  <c:v>9.8953794105657327</c:v>
                </c:pt>
                <c:pt idx="229">
                  <c:v>9.8974510370359621</c:v>
                </c:pt>
                <c:pt idx="230">
                  <c:v>9.8994816425536651</c:v>
                </c:pt>
                <c:pt idx="231">
                  <c:v>9.9014720393881266</c:v>
                </c:pt>
                <c:pt idx="232">
                  <c:v>9.9034230237246224</c:v>
                </c:pt>
                <c:pt idx="233">
                  <c:v>9.905335375982899</c:v>
                </c:pt>
                <c:pt idx="234">
                  <c:v>9.9072098611293526</c:v>
                </c:pt>
                <c:pt idx="235">
                  <c:v>9.9090472289830451</c:v>
                </c:pt>
                <c:pt idx="236">
                  <c:v>9.9108482145156067</c:v>
                </c:pt>
                <c:pt idx="237">
                  <c:v>9.9126135381452709</c:v>
                </c:pt>
                <c:pt idx="238">
                  <c:v>9.9143439060250191</c:v>
                </c:pt>
                <c:pt idx="239">
                  <c:v>9.9160400103250872</c:v>
                </c:pt>
                <c:pt idx="240">
                  <c:v>9.9177025295098016</c:v>
                </c:pt>
                <c:pt idx="241">
                  <c:v>9.919332128609005</c:v>
                </c:pt>
                <c:pt idx="242">
                  <c:v>9.920929459484066</c:v>
                </c:pt>
                <c:pt idx="243">
                  <c:v>9.9224951610886354</c:v>
                </c:pt>
                <c:pt idx="244">
                  <c:v>9.9240298597242269</c:v>
                </c:pt>
                <c:pt idx="245">
                  <c:v>9.9255341692907564</c:v>
                </c:pt>
                <c:pt idx="246">
                  <c:v>9.9270086915321123</c:v>
                </c:pt>
                <c:pt idx="247">
                  <c:v>9.928454016276854</c:v>
                </c:pt>
                <c:pt idx="248">
                  <c:v>9.9298707216741438</c:v>
                </c:pt>
                <c:pt idx="249">
                  <c:v>9.9312593744250375</c:v>
                </c:pt>
                <c:pt idx="250">
                  <c:v>9.9326205300091495</c:v>
                </c:pt>
                <c:pt idx="251">
                  <c:v>9.9339547329068516</c:v>
                </c:pt>
                <c:pt idx="252">
                  <c:v>9.9352625168171063</c:v>
                </c:pt>
                <c:pt idx="253">
                  <c:v>9.9365444048709097</c:v>
                </c:pt>
                <c:pt idx="254">
                  <c:v>9.937800909840572</c:v>
                </c:pt>
                <c:pt idx="255">
                  <c:v>9.9390325343448467</c:v>
                </c:pt>
                <c:pt idx="256">
                  <c:v>9.9402397710499422</c:v>
                </c:pt>
                <c:pt idx="257">
                  <c:v>9.9414231028666435</c:v>
                </c:pt>
                <c:pt idx="258">
                  <c:v>9.9425830031434597</c:v>
                </c:pt>
                <c:pt idx="259">
                  <c:v>9.9437199358559596</c:v>
                </c:pt>
                <c:pt idx="260">
                  <c:v>9.9448343557923948</c:v>
                </c:pt>
                <c:pt idx="261">
                  <c:v>9.9459267087355911</c:v>
                </c:pt>
                <c:pt idx="262">
                  <c:v>9.9469974316412966</c:v>
                </c:pt>
                <c:pt idx="263">
                  <c:v>9.94804695281295</c:v>
                </c:pt>
                <c:pt idx="264">
                  <c:v>9.9490756920730057</c:v>
                </c:pt>
                <c:pt idx="265">
                  <c:v>9.9500840609308998</c:v>
                </c:pt>
                <c:pt idx="266">
                  <c:v>9.9510724627476055</c:v>
                </c:pt>
                <c:pt idx="267">
                  <c:v>9.9520412928970394</c:v>
                </c:pt>
                <c:pt idx="268">
                  <c:v>9.9529909389241684</c:v>
                </c:pt>
                <c:pt idx="269">
                  <c:v>9.9539217807000693</c:v>
                </c:pt>
                <c:pt idx="270">
                  <c:v>9.9548341905738731</c:v>
                </c:pt>
                <c:pt idx="271">
                  <c:v>9.9557285335216861</c:v>
                </c:pt>
                <c:pt idx="272">
                  <c:v>9.9566051672926132</c:v>
                </c:pt>
                <c:pt idx="273">
                  <c:v>9.9574644425518493</c:v>
                </c:pt>
                <c:pt idx="274">
                  <c:v>9.9583067030209591</c:v>
                </c:pt>
                <c:pt idx="275">
                  <c:v>9.959132285615361</c:v>
                </c:pt>
                <c:pt idx="276">
                  <c:v>9.9599415205790969</c:v>
                </c:pt>
                <c:pt idx="277">
                  <c:v>9.960734731616947</c:v>
                </c:pt>
                <c:pt idx="278">
                  <c:v>9.9615122360238963</c:v>
                </c:pt>
                <c:pt idx="279">
                  <c:v>9.9622743448120783</c:v>
                </c:pt>
                <c:pt idx="280">
                  <c:v>9.9630213628351694</c:v>
                </c:pt>
                <c:pt idx="281">
                  <c:v>9.963753588910345</c:v>
                </c:pt>
                <c:pt idx="282">
                  <c:v>9.9644713159377858</c:v>
                </c:pt>
                <c:pt idx="283">
                  <c:v>9.9651748310178849</c:v>
                </c:pt>
                <c:pt idx="284">
                  <c:v>9.965864415566049</c:v>
                </c:pt>
                <c:pt idx="285">
                  <c:v>9.9665403454252885</c:v>
                </c:pt>
                <c:pt idx="286">
                  <c:v>9.967202890976564</c:v>
                </c:pt>
                <c:pt idx="287">
                  <c:v>9.9678523172469351</c:v>
                </c:pt>
                <c:pt idx="288">
                  <c:v>9.968488884015553</c:v>
                </c:pt>
                <c:pt idx="289">
                  <c:v>9.9691128459176355</c:v>
                </c:pt>
                <c:pt idx="290">
                  <c:v>9.9697244525462452</c:v>
                </c:pt>
                <c:pt idx="291">
                  <c:v>9.9703239485521884</c:v>
                </c:pt>
                <c:pt idx="292">
                  <c:v>9.9709115737418728</c:v>
                </c:pt>
                <c:pt idx="293">
                  <c:v>9.9714875631732056</c:v>
                </c:pt>
                <c:pt idx="294">
                  <c:v>9.9720521472496326</c:v>
                </c:pt>
                <c:pt idx="295">
                  <c:v>9.9726055518123182</c:v>
                </c:pt>
                <c:pt idx="296">
                  <c:v>9.9731479982304627</c:v>
                </c:pt>
                <c:pt idx="297">
                  <c:v>9.9736797034898697</c:v>
                </c:pt>
                <c:pt idx="298">
                  <c:v>9.974200880279728</c:v>
                </c:pt>
                <c:pt idx="299">
                  <c:v>9.9747117370777083</c:v>
                </c:pt>
                <c:pt idx="300">
                  <c:v>9.9752124782333365</c:v>
                </c:pt>
                <c:pt idx="301">
                  <c:v>9.9757033040497554</c:v>
                </c:pt>
                <c:pt idx="302">
                  <c:v>9.9761844108638336</c:v>
                </c:pt>
                <c:pt idx="303">
                  <c:v>9.9766559911247104</c:v>
                </c:pt>
                <c:pt idx="304">
                  <c:v>9.977118233470776</c:v>
                </c:pt>
                <c:pt idx="305">
                  <c:v>9.9775713228051437</c:v>
                </c:pt>
                <c:pt idx="306">
                  <c:v>9.9780154403695711</c:v>
                </c:pt>
                <c:pt idx="307">
                  <c:v>9.9784507638170226</c:v>
                </c:pt>
                <c:pt idx="308">
                  <c:v>9.9788774672826719</c:v>
                </c:pt>
                <c:pt idx="309">
                  <c:v>9.979295721453596</c:v>
                </c:pt>
                <c:pt idx="310">
                  <c:v>9.9797056936370439</c:v>
                </c:pt>
                <c:pt idx="311">
                  <c:v>9.9801075478273518</c:v>
                </c:pt>
                <c:pt idx="312">
                  <c:v>9.9805014447715479</c:v>
                </c:pt>
                <c:pt idx="313">
                  <c:v>9.980887542033674</c:v>
                </c:pt>
                <c:pt idx="314">
                  <c:v>9.9812659940577735</c:v>
                </c:pt>
                <c:pt idx="315">
                  <c:v>9.9816369522297137</c:v>
                </c:pt>
                <c:pt idx="316">
                  <c:v>9.9820005649376959</c:v>
                </c:pt>
                <c:pt idx="317">
                  <c:v>9.9823569776316567</c:v>
                </c:pt>
                <c:pt idx="318">
                  <c:v>9.9827063328814294</c:v>
                </c:pt>
                <c:pt idx="319">
                  <c:v>9.9830487704337649</c:v>
                </c:pt>
                <c:pt idx="320">
                  <c:v>9.9833844272682626</c:v>
                </c:pt>
                <c:pt idx="321">
                  <c:v>9.9837134376521171</c:v>
                </c:pt>
                <c:pt idx="322">
                  <c:v>9.9840359331938782</c:v>
                </c:pt>
                <c:pt idx="323">
                  <c:v>9.9843520428960559</c:v>
                </c:pt>
                <c:pt idx="324">
                  <c:v>9.9846618932067557</c:v>
                </c:pt>
                <c:pt idx="325">
                  <c:v>9.9849656080702225</c:v>
                </c:pt>
                <c:pt idx="326">
                  <c:v>9.9852633089764602</c:v>
                </c:pt>
                <c:pt idx="327">
                  <c:v>9.9855551150097988</c:v>
                </c:pt>
                <c:pt idx="328">
                  <c:v>9.9858411428965308</c:v>
                </c:pt>
                <c:pt idx="329">
                  <c:v>9.9861215070516405</c:v>
                </c:pt>
                <c:pt idx="330">
                  <c:v>9.9863963196245233</c:v>
                </c:pt>
                <c:pt idx="331">
                  <c:v>9.986665690543866</c:v>
                </c:pt>
                <c:pt idx="332">
                  <c:v>9.9869297275616358</c:v>
                </c:pt>
                <c:pt idx="333">
                  <c:v>9.9871885362961574</c:v>
                </c:pt>
                <c:pt idx="334">
                  <c:v>9.9874422202743762</c:v>
                </c:pt>
                <c:pt idx="335">
                  <c:v>9.9876908809732647</c:v>
                </c:pt>
                <c:pt idx="336">
                  <c:v>9.9879346178604216</c:v>
                </c:pt>
                <c:pt idx="337">
                  <c:v>9.9881735284338422</c:v>
                </c:pt>
                <c:pt idx="338">
                  <c:v>9.9884077082609544</c:v>
                </c:pt>
                <c:pt idx="339">
                  <c:v>9.9886372510168027</c:v>
                </c:pt>
                <c:pt idx="340">
                  <c:v>9.988862248521551</c:v>
                </c:pt>
                <c:pt idx="341">
                  <c:v>9.9890827907772071</c:v>
                </c:pt>
                <c:pt idx="342">
                  <c:v>9.989298966003604</c:v>
                </c:pt>
                <c:pt idx="343">
                  <c:v>9.9895108606737217</c:v>
                </c:pt>
                <c:pt idx="344">
                  <c:v>9.9897185595482565</c:v>
                </c:pt>
                <c:pt idx="345">
                  <c:v>9.9899221457095155</c:v>
                </c:pt>
                <c:pt idx="346">
                  <c:v>9.9901217005946865</c:v>
                </c:pt>
                <c:pt idx="347">
                  <c:v>9.9903173040283857</c:v>
                </c:pt>
                <c:pt idx="348">
                  <c:v>9.9905090342545932</c:v>
                </c:pt>
                <c:pt idx="349">
                  <c:v>9.9906969679679545</c:v>
                </c:pt>
                <c:pt idx="350">
                  <c:v>9.9908811803444539</c:v>
                </c:pt>
                <c:pt idx="351">
                  <c:v>9.9910617450715069</c:v>
                </c:pt>
                <c:pt idx="352">
                  <c:v>9.9912387343774149</c:v>
                </c:pt>
                <c:pt idx="353">
                  <c:v>9.9914122190602583</c:v>
                </c:pt>
                <c:pt idx="354">
                  <c:v>9.9915822685162166</c:v>
                </c:pt>
                <c:pt idx="355">
                  <c:v>9.9917489507673434</c:v>
                </c:pt>
                <c:pt idx="356">
                  <c:v>9.9919123324887593</c:v>
                </c:pt>
                <c:pt idx="357">
                  <c:v>9.9920724790353361</c:v>
                </c:pt>
                <c:pt idx="358">
                  <c:v>9.9922294544678234</c:v>
                </c:pt>
                <c:pt idx="359">
                  <c:v>9.9923833215784921</c:v>
                </c:pt>
                <c:pt idx="360">
                  <c:v>9.9925341419162343</c:v>
                </c:pt>
                <c:pt idx="361">
                  <c:v>9.9926819758111947</c:v>
                </c:pt>
                <c:pt idx="362">
                  <c:v>9.9928268823989068</c:v>
                </c:pt>
                <c:pt idx="363">
                  <c:v>9.9929689196439373</c:v>
                </c:pt>
                <c:pt idx="364">
                  <c:v>9.9931081443630703</c:v>
                </c:pt>
                <c:pt idx="365">
                  <c:v>9.9932446122480645</c:v>
                </c:pt>
                <c:pt idx="366">
                  <c:v>9.9933783778878755</c:v>
                </c:pt>
                <c:pt idx="367">
                  <c:v>9.9935094947905583</c:v>
                </c:pt>
                <c:pt idx="368">
                  <c:v>9.9936380154046187</c:v>
                </c:pt>
                <c:pt idx="369">
                  <c:v>9.9937639911400051</c:v>
                </c:pt>
                <c:pt idx="370">
                  <c:v>9.9938874723887068</c:v>
                </c:pt>
                <c:pt idx="371">
                  <c:v>9.9940085085448569</c:v>
                </c:pt>
                <c:pt idx="372">
                  <c:v>9.9941271480245391</c:v>
                </c:pt>
                <c:pt idx="373">
                  <c:v>9.9942434382851246</c:v>
                </c:pt>
                <c:pt idx="374">
                  <c:v>9.9943574258442709</c:v>
                </c:pt>
                <c:pt idx="375">
                  <c:v>9.9944691562985213</c:v>
                </c:pt>
                <c:pt idx="376">
                  <c:v>9.9945786743415432</c:v>
                </c:pt>
                <c:pt idx="377">
                  <c:v>9.9946860237820214</c:v>
                </c:pt>
                <c:pt idx="378">
                  <c:v>9.9947912475611496</c:v>
                </c:pt>
                <c:pt idx="379">
                  <c:v>9.9948943877698557</c:v>
                </c:pt>
                <c:pt idx="380">
                  <c:v>9.9949954856655925</c:v>
                </c:pt>
                <c:pt idx="381">
                  <c:v>9.995094581688873</c:v>
                </c:pt>
                <c:pt idx="382">
                  <c:v>9.9951917154794163</c:v>
                </c:pt>
                <c:pt idx="383">
                  <c:v>9.995286925892044</c:v>
                </c:pt>
                <c:pt idx="384">
                  <c:v>9.9953802510121843</c:v>
                </c:pt>
                <c:pt idx="385">
                  <c:v>9.9954717281711307</c:v>
                </c:pt>
                <c:pt idx="386">
                  <c:v>9.9955613939609727</c:v>
                </c:pt>
                <c:pt idx="387">
                  <c:v>9.9956492842492164</c:v>
                </c:pt>
                <c:pt idx="388">
                  <c:v>9.9957354341931453</c:v>
                </c:pt>
                <c:pt idx="389">
                  <c:v>9.9958198782538918</c:v>
                </c:pt>
                <c:pt idx="390">
                  <c:v>9.9959026502102031</c:v>
                </c:pt>
                <c:pt idx="391">
                  <c:v>9.9959837831719671</c:v>
                </c:pt>
                <c:pt idx="392">
                  <c:v>9.996063309593449</c:v>
                </c:pt>
                <c:pt idx="393">
                  <c:v>9.9961412612862794</c:v>
                </c:pt>
                <c:pt idx="394">
                  <c:v>9.9962176694321716</c:v>
                </c:pt>
                <c:pt idx="395">
                  <c:v>9.996292564595409</c:v>
                </c:pt>
                <c:pt idx="396">
                  <c:v>9.9963659767350492</c:v>
                </c:pt>
                <c:pt idx="397">
                  <c:v>9.9964379352169335</c:v>
                </c:pt>
                <c:pt idx="398">
                  <c:v>9.996508468825402</c:v>
                </c:pt>
                <c:pt idx="399">
                  <c:v>9.9965776057748492</c:v>
                </c:pt>
                <c:pt idx="400">
                  <c:v>9.9966453737209768</c:v>
                </c:pt>
                <c:pt idx="401">
                  <c:v>9.9967117997718589</c:v>
                </c:pt>
                <c:pt idx="402">
                  <c:v>9.9967769104988093</c:v>
                </c:pt>
                <c:pt idx="403">
                  <c:v>9.9968407319469854</c:v>
                </c:pt>
                <c:pt idx="404">
                  <c:v>9.9969032896458145</c:v>
                </c:pt>
                <c:pt idx="405">
                  <c:v>9.9969646086192139</c:v>
                </c:pt>
                <c:pt idx="406">
                  <c:v>9.9970247133955823</c:v>
                </c:pt>
                <c:pt idx="407">
                  <c:v>9.9970836280176467</c:v>
                </c:pt>
                <c:pt idx="408">
                  <c:v>9.9971413760520242</c:v>
                </c:pt>
                <c:pt idx="409">
                  <c:v>9.9971979805987132</c:v>
                </c:pt>
                <c:pt idx="410">
                  <c:v>9.9972534643002771</c:v>
                </c:pt>
                <c:pt idx="411">
                  <c:v>9.9973078493509426</c:v>
                </c:pt>
                <c:pt idx="412">
                  <c:v>9.9973611575054502</c:v>
                </c:pt>
                <c:pt idx="413">
                  <c:v>9.9974134100877787</c:v>
                </c:pt>
                <c:pt idx="414">
                  <c:v>9.9974646279996549</c:v>
                </c:pt>
                <c:pt idx="415">
                  <c:v>9.9975148317289246</c:v>
                </c:pt>
                <c:pt idx="416">
                  <c:v>9.9975640413577445</c:v>
                </c:pt>
                <c:pt idx="417">
                  <c:v>9.9976122765706297</c:v>
                </c:pt>
                <c:pt idx="418">
                  <c:v>9.9976595566623114</c:v>
                </c:pt>
                <c:pt idx="419">
                  <c:v>9.9977059005454443</c:v>
                </c:pt>
                <c:pt idx="420">
                  <c:v>9.9977513267582108</c:v>
                </c:pt>
                <c:pt idx="421">
                  <c:v>9.9977958534717004</c:v>
                </c:pt>
                <c:pt idx="422">
                  <c:v>9.9978394984971857</c:v>
                </c:pt>
                <c:pt idx="423">
                  <c:v>9.9978822792932664</c:v>
                </c:pt>
                <c:pt idx="424">
                  <c:v>9.997924212972821</c:v>
                </c:pt>
                <c:pt idx="425">
                  <c:v>9.9979653163098927</c:v>
                </c:pt>
                <c:pt idx="426">
                  <c:v>9.9980056057463607</c:v>
                </c:pt>
                <c:pt idx="427">
                  <c:v>9.9980450973985278</c:v>
                </c:pt>
                <c:pt idx="428">
                  <c:v>9.9980838070635958</c:v>
                </c:pt>
                <c:pt idx="429">
                  <c:v>9.9981217502259359</c:v>
                </c:pt>
                <c:pt idx="430">
                  <c:v>9.9981589420633217</c:v>
                </c:pt>
                <c:pt idx="431">
                  <c:v>9.9981953974529887</c:v>
                </c:pt>
                <c:pt idx="432">
                  <c:v>9.9982311309775707</c:v>
                </c:pt>
                <c:pt idx="433">
                  <c:v>9.9982661569309652</c:v>
                </c:pt>
                <c:pt idx="434">
                  <c:v>9.9983004893240075</c:v>
                </c:pt>
                <c:pt idx="435">
                  <c:v>9.9983341418901208</c:v>
                </c:pt>
                <c:pt idx="436">
                  <c:v>9.9983671280907789</c:v>
                </c:pt>
                <c:pt idx="437">
                  <c:v>9.9983994611209024</c:v>
                </c:pt>
                <c:pt idx="438">
                  <c:v>9.9984311539141331</c:v>
                </c:pt>
                <c:pt idx="439">
                  <c:v>9.9984622191480153</c:v>
                </c:pt>
                <c:pt idx="440">
                  <c:v>9.9984926692490479</c:v>
                </c:pt>
                <c:pt idx="441">
                  <c:v>9.9985225163976796</c:v>
                </c:pt>
                <c:pt idx="442">
                  <c:v>9.998551772533169</c:v>
                </c:pt>
                <c:pt idx="443">
                  <c:v>9.9985804493583696</c:v>
                </c:pt>
                <c:pt idx="444">
                  <c:v>9.9986085583443849</c:v>
                </c:pt>
                <c:pt idx="445">
                  <c:v>9.9986361107351804</c:v>
                </c:pt>
                <c:pt idx="446">
                  <c:v>9.9986631175520859</c:v>
                </c:pt>
                <c:pt idx="447">
                  <c:v>9.9986895895981878</c:v>
                </c:pt>
                <c:pt idx="448">
                  <c:v>9.9987155374626564</c:v>
                </c:pt>
                <c:pt idx="449">
                  <c:v>9.9987409715249846</c:v>
                </c:pt>
                <c:pt idx="450">
                  <c:v>9.998765901959132</c:v>
                </c:pt>
                <c:pt idx="451">
                  <c:v>9.9987903387376136</c:v>
                </c:pt>
                <c:pt idx="452">
                  <c:v>9.9988142916354548</c:v>
                </c:pt>
                <c:pt idx="453">
                  <c:v>9.9988377702341449</c:v>
                </c:pt>
                <c:pt idx="454">
                  <c:v>9.99886078392543</c:v>
                </c:pt>
                <c:pt idx="455">
                  <c:v>9.9988833419150982</c:v>
                </c:pt>
                <c:pt idx="456">
                  <c:v>9.9989054532266426</c:v>
                </c:pt>
                <c:pt idx="457">
                  <c:v>9.9989271267048814</c:v>
                </c:pt>
                <c:pt idx="458">
                  <c:v>9.9989483710194982</c:v>
                </c:pt>
                <c:pt idx="459">
                  <c:v>9.9989691946685006</c:v>
                </c:pt>
                <c:pt idx="460">
                  <c:v>9.9989896059816292</c:v>
                </c:pt>
                <c:pt idx="461">
                  <c:v>9.9990096131236772</c:v>
                </c:pt>
                <c:pt idx="462">
                  <c:v>9.9990292240977663</c:v>
                </c:pt>
                <c:pt idx="463">
                  <c:v>9.999048446748553</c:v>
                </c:pt>
                <c:pt idx="464">
                  <c:v>9.9990672887653531</c:v>
                </c:pt>
                <c:pt idx="465">
                  <c:v>9.9990857576852221</c:v>
                </c:pt>
                <c:pt idx="466">
                  <c:v>9.9991038608959695</c:v>
                </c:pt>
                <c:pt idx="467">
                  <c:v>9.9991216056391306</c:v>
                </c:pt>
                <c:pt idx="468">
                  <c:v>9.9991389990128372</c:v>
                </c:pt>
                <c:pt idx="469">
                  <c:v>9.9991560479746688</c:v>
                </c:pt>
                <c:pt idx="470">
                  <c:v>9.9991727593444342</c:v>
                </c:pt>
                <c:pt idx="471">
                  <c:v>9.9991891398069122</c:v>
                </c:pt>
                <c:pt idx="472">
                  <c:v>9.9992051959144952</c:v>
                </c:pt>
                <c:pt idx="473">
                  <c:v>9.9992209340898501</c:v>
                </c:pt>
                <c:pt idx="474">
                  <c:v>9.9992363606284531</c:v>
                </c:pt>
                <c:pt idx="475">
                  <c:v>9.9992514817011191</c:v>
                </c:pt>
                <c:pt idx="476">
                  <c:v>9.9992663033564941</c:v>
                </c:pt>
                <c:pt idx="477">
                  <c:v>9.9992808315234267</c:v>
                </c:pt>
                <c:pt idx="478">
                  <c:v>9.9992950720133784</c:v>
                </c:pt>
                <c:pt idx="479">
                  <c:v>9.9993090305227366</c:v>
                </c:pt>
                <c:pt idx="480">
                  <c:v>9.9993227126350916</c:v>
                </c:pt>
                <c:pt idx="481">
                  <c:v>9.9993361238234701</c:v>
                </c:pt>
                <c:pt idx="482">
                  <c:v>9.999349269452523</c:v>
                </c:pt>
                <c:pt idx="483">
                  <c:v>9.9993621547806857</c:v>
                </c:pt>
                <c:pt idx="484">
                  <c:v>9.9993747849622512</c:v>
                </c:pt>
                <c:pt idx="485">
                  <c:v>9.9993871650494697</c:v>
                </c:pt>
                <c:pt idx="486">
                  <c:v>9.9993992999945327</c:v>
                </c:pt>
                <c:pt idx="487">
                  <c:v>9.999411194651584</c:v>
                </c:pt>
                <c:pt idx="488">
                  <c:v>9.9994228537786523</c:v>
                </c:pt>
                <c:pt idx="489">
                  <c:v>9.9994342820395268</c:v>
                </c:pt>
                <c:pt idx="490">
                  <c:v>9.9994454840056797</c:v>
                </c:pt>
                <c:pt idx="491">
                  <c:v>9.9994564641580403</c:v>
                </c:pt>
                <c:pt idx="492">
                  <c:v>9.9994672268888163</c:v>
                </c:pt>
                <c:pt idx="493">
                  <c:v>9.9994777765032445</c:v>
                </c:pt>
                <c:pt idx="494">
                  <c:v>9.9994881172213113</c:v>
                </c:pt>
                <c:pt idx="495">
                  <c:v>9.9994982531794392</c:v>
                </c:pt>
                <c:pt idx="496">
                  <c:v>9.9995081884321486</c:v>
                </c:pt>
                <c:pt idx="497">
                  <c:v>9.9995179269536756</c:v>
                </c:pt>
                <c:pt idx="498">
                  <c:v>9.9995274726395547</c:v>
                </c:pt>
                <c:pt idx="499">
                  <c:v>9.9995368293081963</c:v>
                </c:pt>
                <c:pt idx="500">
                  <c:v>9.9995460007023773</c:v>
                </c:pt>
                <c:pt idx="501">
                  <c:v>9.9995549904907861</c:v>
                </c:pt>
                <c:pt idx="502">
                  <c:v>9.9995638022694617</c:v>
                </c:pt>
                <c:pt idx="503">
                  <c:v>9.9995724395632273</c:v>
                </c:pt>
                <c:pt idx="504">
                  <c:v>9.9995809058271163</c:v>
                </c:pt>
                <c:pt idx="505">
                  <c:v>9.9995892044477497</c:v>
                </c:pt>
                <c:pt idx="506">
                  <c:v>9.9995973387446853</c:v>
                </c:pt>
                <c:pt idx="507">
                  <c:v>9.999605311971747</c:v>
                </c:pt>
                <c:pt idx="508">
                  <c:v>9.9996131273183337</c:v>
                </c:pt>
                <c:pt idx="509">
                  <c:v>9.9996207879106915</c:v>
                </c:pt>
                <c:pt idx="510">
                  <c:v>9.9996282968131585</c:v>
                </c:pt>
                <c:pt idx="511">
                  <c:v>9.9996356570293976</c:v>
                </c:pt>
                <c:pt idx="512">
                  <c:v>9.9996428715035854</c:v>
                </c:pt>
                <c:pt idx="513">
                  <c:v>9.9996499431216144</c:v>
                </c:pt>
                <c:pt idx="514">
                  <c:v>9.9996568747122243</c:v>
                </c:pt>
                <c:pt idx="515">
                  <c:v>9.9996636690481449</c:v>
                </c:pt>
                <c:pt idx="516">
                  <c:v>9.9996703288472002</c:v>
                </c:pt>
                <c:pt idx="517">
                  <c:v>9.999676856773398</c:v>
                </c:pt>
                <c:pt idx="518">
                  <c:v>9.9996832554379971</c:v>
                </c:pt>
                <c:pt idx="519">
                  <c:v>9.9996895274005464</c:v>
                </c:pt>
                <c:pt idx="520">
                  <c:v>9.9996956751699191</c:v>
                </c:pt>
                <c:pt idx="521">
                  <c:v>9.9997017012052964</c:v>
                </c:pt>
                <c:pt idx="522">
                  <c:v>9.999707607917184</c:v>
                </c:pt>
                <c:pt idx="523">
                  <c:v>9.999713397668339</c:v>
                </c:pt>
                <c:pt idx="524">
                  <c:v>9.9997190727747398</c:v>
                </c:pt>
                <c:pt idx="525">
                  <c:v>9.9997246355065048</c:v>
                </c:pt>
                <c:pt idx="526">
                  <c:v>9.9997300880888016</c:v>
                </c:pt>
                <c:pt idx="527">
                  <c:v>9.9997354327027317</c:v>
                </c:pt>
                <c:pt idx="528">
                  <c:v>9.9997406714862187</c:v>
                </c:pt>
                <c:pt idx="529">
                  <c:v>9.9997458065348397</c:v>
                </c:pt>
                <c:pt idx="530">
                  <c:v>9.9997508399026884</c:v>
                </c:pt>
                <c:pt idx="531">
                  <c:v>9.9997557736031712</c:v>
                </c:pt>
                <c:pt idx="532">
                  <c:v>9.9997606096098455</c:v>
                </c:pt>
                <c:pt idx="533">
                  <c:v>9.9997653498571637</c:v>
                </c:pt>
                <c:pt idx="534">
                  <c:v>9.9997699962413034</c:v>
                </c:pt>
                <c:pt idx="535">
                  <c:v>9.9997745506208702</c:v>
                </c:pt>
                <c:pt idx="536">
                  <c:v>9.9997790148176762</c:v>
                </c:pt>
                <c:pt idx="537">
                  <c:v>9.9997833906174662</c:v>
                </c:pt>
                <c:pt idx="538">
                  <c:v>9.9997876797706162</c:v>
                </c:pt>
                <c:pt idx="539">
                  <c:v>9.9997918839928399</c:v>
                </c:pt>
                <c:pt idx="540">
                  <c:v>9.9997960049658925</c:v>
                </c:pt>
                <c:pt idx="541">
                  <c:v>9.9998000443382047</c:v>
                </c:pt>
                <c:pt idx="542">
                  <c:v>9.9998040037255862</c:v>
                </c:pt>
                <c:pt idx="543">
                  <c:v>9.9998078847118457</c:v>
                </c:pt>
                <c:pt idx="544">
                  <c:v>9.9998116888494302</c:v>
                </c:pt>
                <c:pt idx="545">
                  <c:v>9.9998154176600433</c:v>
                </c:pt>
                <c:pt idx="546">
                  <c:v>9.99981907263526</c:v>
                </c:pt>
                <c:pt idx="547">
                  <c:v>9.9998226552371143</c:v>
                </c:pt>
                <c:pt idx="548">
                  <c:v>9.9998261668987016</c:v>
                </c:pt>
                <c:pt idx="549">
                  <c:v>9.9998296090247329</c:v>
                </c:pt>
                <c:pt idx="550">
                  <c:v>9.9998329829920998</c:v>
                </c:pt>
                <c:pt idx="551">
                  <c:v>9.9998362901504354</c:v>
                </c:pt>
                <c:pt idx="552">
                  <c:v>9.9998395318226514</c:v>
                </c:pt>
                <c:pt idx="553">
                  <c:v>9.9998427093054527</c:v>
                </c:pt>
                <c:pt idx="554">
                  <c:v>9.9998458238698831</c:v>
                </c:pt>
                <c:pt idx="555">
                  <c:v>9.9998488767618028</c:v>
                </c:pt>
                <c:pt idx="556">
                  <c:v>9.9998518692024128</c:v>
                </c:pt>
                <c:pt idx="557">
                  <c:v>9.9998548023887306</c:v>
                </c:pt>
                <c:pt idx="558">
                  <c:v>9.9998576774940648</c:v>
                </c:pt>
                <c:pt idx="559">
                  <c:v>9.9998604956685</c:v>
                </c:pt>
                <c:pt idx="560">
                  <c:v>9.9998632580393458</c:v>
                </c:pt>
                <c:pt idx="561">
                  <c:v>9.9998659657115763</c:v>
                </c:pt>
                <c:pt idx="562">
                  <c:v>9.9998686197683142</c:v>
                </c:pt>
                <c:pt idx="563">
                  <c:v>9.9998712212712011</c:v>
                </c:pt>
                <c:pt idx="564">
                  <c:v>9.9998737712608783</c:v>
                </c:pt>
                <c:pt idx="565">
                  <c:v>9.9998762707573832</c:v>
                </c:pt>
                <c:pt idx="566">
                  <c:v>9.9998787207605329</c:v>
                </c:pt>
                <c:pt idx="567">
                  <c:v>9.9998811222503772</c:v>
                </c:pt>
                <c:pt idx="568">
                  <c:v>9.9998834761875344</c:v>
                </c:pt>
                <c:pt idx="569">
                  <c:v>9.9998857835136157</c:v>
                </c:pt>
                <c:pt idx="570">
                  <c:v>9.9998880451515717</c:v>
                </c:pt>
                <c:pt idx="571">
                  <c:v>9.9998902620061028</c:v>
                </c:pt>
                <c:pt idx="572">
                  <c:v>9.9998924349639715</c:v>
                </c:pt>
                <c:pt idx="573">
                  <c:v>9.999894564894392</c:v>
                </c:pt>
                <c:pt idx="574">
                  <c:v>9.9998966526493636</c:v>
                </c:pt>
                <c:pt idx="575">
                  <c:v>9.9998986990640155</c:v>
                </c:pt>
                <c:pt idx="576">
                  <c:v>9.9999007049569428</c:v>
                </c:pt>
                <c:pt idx="577">
                  <c:v>9.9999026711305259</c:v>
                </c:pt>
                <c:pt idx="578">
                  <c:v>9.9999045983712715</c:v>
                </c:pt>
                <c:pt idx="579">
                  <c:v>9.9999064874500849</c:v>
                </c:pt>
                <c:pt idx="580">
                  <c:v>9.9999083391226389</c:v>
                </c:pt>
                <c:pt idx="581">
                  <c:v>9.9999101541296174</c:v>
                </c:pt>
                <c:pt idx="582">
                  <c:v>9.9999119331970476</c:v>
                </c:pt>
                <c:pt idx="583">
                  <c:v>9.9999136770365809</c:v>
                </c:pt>
                <c:pt idx="584">
                  <c:v>9.9999153863457817</c:v>
                </c:pt>
                <c:pt idx="585">
                  <c:v>9.9999170618083948</c:v>
                </c:pt>
                <c:pt idx="586">
                  <c:v>9.9999187040946182</c:v>
                </c:pt>
                <c:pt idx="587">
                  <c:v>9.9999203138614003</c:v>
                </c:pt>
                <c:pt idx="588">
                  <c:v>9.9999218917526651</c:v>
                </c:pt>
                <c:pt idx="589">
                  <c:v>9.9999234383995859</c:v>
                </c:pt>
                <c:pt idx="590">
                  <c:v>9.9999249544208517</c:v>
                </c:pt>
                <c:pt idx="591">
                  <c:v>9.9999264404228789</c:v>
                </c:pt>
                <c:pt idx="592">
                  <c:v>9.9999278970000987</c:v>
                </c:pt>
                <c:pt idx="593">
                  <c:v>9.9999293247351524</c:v>
                </c:pt>
                <c:pt idx="594">
                  <c:v>9.999930724199162</c:v>
                </c:pt>
                <c:pt idx="595">
                  <c:v>9.9999320959519267</c:v>
                </c:pt>
                <c:pt idx="596">
                  <c:v>9.9999334405421649</c:v>
                </c:pt>
                <c:pt idx="597">
                  <c:v>9.9999347585077363</c:v>
                </c:pt>
                <c:pt idx="598">
                  <c:v>9.9999360503758368</c:v>
                </c:pt>
                <c:pt idx="599">
                  <c:v>9.9999373166632406</c:v>
                </c:pt>
                <c:pt idx="600">
                  <c:v>9.9999385578764688</c:v>
                </c:pt>
                <c:pt idx="601">
                  <c:v>9.9999397745120273</c:v>
                </c:pt>
                <c:pt idx="602">
                  <c:v>9.99994096705659</c:v>
                </c:pt>
                <c:pt idx="603">
                  <c:v>9.9999421359871903</c:v>
                </c:pt>
                <c:pt idx="604">
                  <c:v>9.999943281771408</c:v>
                </c:pt>
                <c:pt idx="605">
                  <c:v>9.9999444048675841</c:v>
                </c:pt>
                <c:pt idx="606">
                  <c:v>9.9999455057249644</c:v>
                </c:pt>
                <c:pt idx="607">
                  <c:v>9.999946584783908</c:v>
                </c:pt>
                <c:pt idx="608">
                  <c:v>9.9999476424760498</c:v>
                </c:pt>
                <c:pt idx="609">
                  <c:v>9.9999486792244863</c:v>
                </c:pt>
                <c:pt idx="610">
                  <c:v>9.9999496954439309</c:v>
                </c:pt>
                <c:pt idx="611">
                  <c:v>9.999950691540878</c:v>
                </c:pt>
                <c:pt idx="612">
                  <c:v>9.9999516679137859</c:v>
                </c:pt>
                <c:pt idx="613">
                  <c:v>9.9999526249532167</c:v>
                </c:pt>
                <c:pt idx="614">
                  <c:v>9.9999535630419949</c:v>
                </c:pt>
                <c:pt idx="615">
                  <c:v>9.9999544825553688</c:v>
                </c:pt>
                <c:pt idx="616">
                  <c:v>9.9999553838611579</c:v>
                </c:pt>
                <c:pt idx="617">
                  <c:v>9.9999562673199041</c:v>
                </c:pt>
                <c:pt idx="618">
                  <c:v>9.9999571332849868</c:v>
                </c:pt>
                <c:pt idx="619">
                  <c:v>9.9999579821028153</c:v>
                </c:pt>
                <c:pt idx="620">
                  <c:v>9.9999588141129241</c:v>
                </c:pt>
                <c:pt idx="621">
                  <c:v>9.9999596296481297</c:v>
                </c:pt>
                <c:pt idx="622">
                  <c:v>9.9999604290346547</c:v>
                </c:pt>
                <c:pt idx="623">
                  <c:v>9.9999612125922699</c:v>
                </c:pt>
                <c:pt idx="624">
                  <c:v>9.9999619806343993</c:v>
                </c:pt>
                <c:pt idx="625">
                  <c:v>9.9999627334682817</c:v>
                </c:pt>
                <c:pt idx="626">
                  <c:v>9.9999634713950485</c:v>
                </c:pt>
                <c:pt idx="627">
                  <c:v>9.9999641947098894</c:v>
                </c:pt>
                <c:pt idx="628">
                  <c:v>9.9999649037021356</c:v>
                </c:pt>
                <c:pt idx="629">
                  <c:v>9.9999655986553968</c:v>
                </c:pt>
                <c:pt idx="630">
                  <c:v>9.9999662798476621</c:v>
                </c:pt>
                <c:pt idx="631">
                  <c:v>9.9999669475514121</c:v>
                </c:pt>
                <c:pt idx="632">
                  <c:v>9.9999676020337436</c:v>
                </c:pt>
                <c:pt idx="633">
                  <c:v>9.9999682435564559</c:v>
                </c:pt>
                <c:pt idx="634">
                  <c:v>9.9999688723761686</c:v>
                </c:pt>
                <c:pt idx="635">
                  <c:v>9.9999694887444193</c:v>
                </c:pt>
                <c:pt idx="636">
                  <c:v>9.9999700929077591</c:v>
                </c:pt>
                <c:pt idx="637">
                  <c:v>9.9999706851078631</c:v>
                </c:pt>
                <c:pt idx="638">
                  <c:v>9.9999712655816193</c:v>
                </c:pt>
                <c:pt idx="639">
                  <c:v>9.9999718345612258</c:v>
                </c:pt>
                <c:pt idx="640">
                  <c:v>9.9999723922742803</c:v>
                </c:pt>
                <c:pt idx="641">
                  <c:v>9.9999729389438752</c:v>
                </c:pt>
                <c:pt idx="642">
                  <c:v>9.999973474788689</c:v>
                </c:pt>
                <c:pt idx="643">
                  <c:v>9.9999740000230641</c:v>
                </c:pt>
                <c:pt idx="644">
                  <c:v>9.9999745148571026</c:v>
                </c:pt>
                <c:pt idx="645">
                  <c:v>9.9999750194967429</c:v>
                </c:pt>
                <c:pt idx="646">
                  <c:v>9.9999755141438467</c:v>
                </c:pt>
                <c:pt idx="647">
                  <c:v>9.999975998996284</c:v>
                </c:pt>
                <c:pt idx="648">
                  <c:v>9.9999764742480011</c:v>
                </c:pt>
                <c:pt idx="649">
                  <c:v>9.9999769400891001</c:v>
                </c:pt>
                <c:pt idx="650">
                  <c:v>9.9999773967059298</c:v>
                </c:pt>
                <c:pt idx="651">
                  <c:v>9.9999778442811404</c:v>
                </c:pt>
                <c:pt idx="652">
                  <c:v>9.9999782829937658</c:v>
                </c:pt>
                <c:pt idx="653">
                  <c:v>9.999978713019301</c:v>
                </c:pt>
                <c:pt idx="654">
                  <c:v>9.9999791345297631</c:v>
                </c:pt>
                <c:pt idx="655">
                  <c:v>9.999979547693755</c:v>
                </c:pt>
                <c:pt idx="656">
                  <c:v>9.9999799526765507</c:v>
                </c:pt>
                <c:pt idx="657">
                  <c:v>9.999980349640154</c:v>
                </c:pt>
                <c:pt idx="658">
                  <c:v>9.9999807387433517</c:v>
                </c:pt>
                <c:pt idx="659">
                  <c:v>9.9999811201417828</c:v>
                </c:pt>
                <c:pt idx="660">
                  <c:v>9.9999814939880238</c:v>
                </c:pt>
                <c:pt idx="661">
                  <c:v>9.999981860431614</c:v>
                </c:pt>
                <c:pt idx="662">
                  <c:v>9.9999822196191346</c:v>
                </c:pt>
                <c:pt idx="663">
                  <c:v>9.9999825716942645</c:v>
                </c:pt>
                <c:pt idx="664">
                  <c:v>9.9999829167978405</c:v>
                </c:pt>
                <c:pt idx="665">
                  <c:v>9.9999832550679084</c:v>
                </c:pt>
                <c:pt idx="666">
                  <c:v>9.999983586639777</c:v>
                </c:pt>
                <c:pt idx="667">
                  <c:v>9.9999839116460869</c:v>
                </c:pt>
                <c:pt idx="668">
                  <c:v>9.9999842302168389</c:v>
                </c:pt>
                <c:pt idx="669">
                  <c:v>9.9999845424794671</c:v>
                </c:pt>
                <c:pt idx="670">
                  <c:v>9.9999848485588778</c:v>
                </c:pt>
                <c:pt idx="671">
                  <c:v>9.9999851485775135</c:v>
                </c:pt>
                <c:pt idx="672">
                  <c:v>9.9999854426553831</c:v>
                </c:pt>
                <c:pt idx="673">
                  <c:v>9.9999857309101188</c:v>
                </c:pt>
                <c:pt idx="674">
                  <c:v>9.9999860134570309</c:v>
                </c:pt>
                <c:pt idx="675">
                  <c:v>9.9999862904091383</c:v>
                </c:pt>
                <c:pt idx="676">
                  <c:v>9.9999865618772255</c:v>
                </c:pt>
                <c:pt idx="677">
                  <c:v>9.9999868279698845</c:v>
                </c:pt>
                <c:pt idx="678">
                  <c:v>9.9999870887935529</c:v>
                </c:pt>
                <c:pt idx="679">
                  <c:v>9.9999873444525704</c:v>
                </c:pt>
                <c:pt idx="680">
                  <c:v>9.9999875950492036</c:v>
                </c:pt>
                <c:pt idx="681">
                  <c:v>9.9999878406836853</c:v>
                </c:pt>
                <c:pt idx="682">
                  <c:v>9.9999880814542781</c:v>
                </c:pt>
                <c:pt idx="683">
                  <c:v>9.9999883174572979</c:v>
                </c:pt>
                <c:pt idx="684">
                  <c:v>9.9999885487871421</c:v>
                </c:pt>
                <c:pt idx="685">
                  <c:v>9.9999887755363499</c:v>
                </c:pt>
                <c:pt idx="686">
                  <c:v>9.9999889977956204</c:v>
                </c:pt>
                <c:pt idx="687">
                  <c:v>9.9999892156538639</c:v>
                </c:pt>
                <c:pt idx="688">
                  <c:v>9.9999894291982248</c:v>
                </c:pt>
                <c:pt idx="689">
                  <c:v>9.9999896385141227</c:v>
                </c:pt>
                <c:pt idx="690">
                  <c:v>9.9999898436852934</c:v>
                </c:pt>
                <c:pt idx="691">
                  <c:v>9.9999900447937957</c:v>
                </c:pt>
                <c:pt idx="692">
                  <c:v>9.9999902419200861</c:v>
                </c:pt>
                <c:pt idx="693">
                  <c:v>9.9999904351430153</c:v>
                </c:pt>
                <c:pt idx="694">
                  <c:v>9.9999906245398709</c:v>
                </c:pt>
                <c:pt idx="695">
                  <c:v>9.9999908101864232</c:v>
                </c:pt>
                <c:pt idx="696">
                  <c:v>9.9999909921569223</c:v>
                </c:pt>
                <c:pt idx="697">
                  <c:v>9.9999911705241651</c:v>
                </c:pt>
                <c:pt idx="698">
                  <c:v>9.9999913453594989</c:v>
                </c:pt>
                <c:pt idx="699">
                  <c:v>7.0194620999449038</c:v>
                </c:pt>
                <c:pt idx="700">
                  <c:v>7.0218993737478197</c:v>
                </c:pt>
                <c:pt idx="701">
                  <c:v>7.0243269179277439</c:v>
                </c:pt>
                <c:pt idx="702">
                  <c:v>7.0267447713254345</c:v>
                </c:pt>
                <c:pt idx="703">
                  <c:v>7.0291529726265951</c:v>
                </c:pt>
                <c:pt idx="704">
                  <c:v>7.0315515603625016</c:v>
                </c:pt>
                <c:pt idx="705">
                  <c:v>7.0339405729106064</c:v>
                </c:pt>
                <c:pt idx="706">
                  <c:v>7.0363200484951625</c:v>
                </c:pt>
                <c:pt idx="707">
                  <c:v>7.0386900251878295</c:v>
                </c:pt>
                <c:pt idx="708">
                  <c:v>7.0410505409082811</c:v>
                </c:pt>
                <c:pt idx="709">
                  <c:v>7.0434016334248284</c:v>
                </c:pt>
                <c:pt idx="710">
                  <c:v>7.0457433403549921</c:v>
                </c:pt>
                <c:pt idx="711">
                  <c:v>7.0480756991661382</c:v>
                </c:pt>
                <c:pt idx="712">
                  <c:v>7.0503987471760565</c:v>
                </c:pt>
                <c:pt idx="713">
                  <c:v>7.0527125215535662</c:v>
                </c:pt>
                <c:pt idx="714">
                  <c:v>7.0550170593191055</c:v>
                </c:pt>
                <c:pt idx="715">
                  <c:v>7.057312397345326</c:v>
                </c:pt>
                <c:pt idx="716">
                  <c:v>7.0595985723576877</c:v>
                </c:pt>
                <c:pt idx="717">
                  <c:v>7.0618756209350373</c:v>
                </c:pt>
                <c:pt idx="718">
                  <c:v>7.0641435795102021</c:v>
                </c:pt>
                <c:pt idx="719">
                  <c:v>7.0664024843705713</c:v>
                </c:pt>
                <c:pt idx="720">
                  <c:v>7.0686523716586631</c:v>
                </c:pt>
                <c:pt idx="721">
                  <c:v>7.0708932773727264</c:v>
                </c:pt>
                <c:pt idx="722">
                  <c:v>7.0731252373672993</c:v>
                </c:pt>
                <c:pt idx="723">
                  <c:v>7.0753482873537923</c:v>
                </c:pt>
                <c:pt idx="724">
                  <c:v>7.0775624629010494</c:v>
                </c:pt>
                <c:pt idx="725">
                  <c:v>7.0797677994359294</c:v>
                </c:pt>
                <c:pt idx="726">
                  <c:v>7.0819643322438584</c:v>
                </c:pt>
                <c:pt idx="727">
                  <c:v>7.0841520964694116</c:v>
                </c:pt>
                <c:pt idx="728">
                  <c:v>7.0863311271168685</c:v>
                </c:pt>
                <c:pt idx="729">
                  <c:v>7.0885014590507565</c:v>
                </c:pt>
                <c:pt idx="730">
                  <c:v>7.0906631269964393</c:v>
                </c:pt>
                <c:pt idx="731">
                  <c:v>7.0928161655406479</c:v>
                </c:pt>
                <c:pt idx="732">
                  <c:v>7.0949606091320456</c:v>
                </c:pt>
                <c:pt idx="733">
                  <c:v>7.0970964920817758</c:v>
                </c:pt>
                <c:pt idx="734">
                  <c:v>7.0992238485640096</c:v>
                </c:pt>
                <c:pt idx="735">
                  <c:v>7.1013427126164963</c:v>
                </c:pt>
                <c:pt idx="736">
                  <c:v>7.1034531181411085</c:v>
                </c:pt>
                <c:pt idx="737">
                  <c:v>7.105555098904377</c:v>
                </c:pt>
                <c:pt idx="738">
                  <c:v>7.1076486885380392</c:v>
                </c:pt>
                <c:pt idx="739">
                  <c:v>7.1097339205395764</c:v>
                </c:pt>
                <c:pt idx="740">
                  <c:v>7.1118108282727395</c:v>
                </c:pt>
                <c:pt idx="741">
                  <c:v>7.1138794449681058</c:v>
                </c:pt>
                <c:pt idx="742">
                  <c:v>7.1159398037235775</c:v>
                </c:pt>
                <c:pt idx="743">
                  <c:v>7.1179919375049412</c:v>
                </c:pt>
                <c:pt idx="744">
                  <c:v>7.1200358791463838</c:v>
                </c:pt>
                <c:pt idx="745">
                  <c:v>7.122071661351014</c:v>
                </c:pt>
                <c:pt idx="746">
                  <c:v>7.1240993166913897</c:v>
                </c:pt>
                <c:pt idx="747">
                  <c:v>7.1261188776100388</c:v>
                </c:pt>
                <c:pt idx="748">
                  <c:v>7.1281303764199802</c:v>
                </c:pt>
                <c:pt idx="749">
                  <c:v>7.1301338453052399</c:v>
                </c:pt>
                <c:pt idx="750">
                  <c:v>7.1321293163213602</c:v>
                </c:pt>
                <c:pt idx="751">
                  <c:v>7.1341168213959172</c:v>
                </c:pt>
                <c:pt idx="752">
                  <c:v>7.1360963923290424</c:v>
                </c:pt>
                <c:pt idx="753">
                  <c:v>7.1380680607939064</c:v>
                </c:pt>
                <c:pt idx="754">
                  <c:v>7.1400318583372462</c:v>
                </c:pt>
                <c:pt idx="755">
                  <c:v>7.1419878163798698</c:v>
                </c:pt>
                <c:pt idx="756">
                  <c:v>7.1439359662171418</c:v>
                </c:pt>
                <c:pt idx="757">
                  <c:v>7.1458763390195061</c:v>
                </c:pt>
                <c:pt idx="758">
                  <c:v>7.1478089658329678</c:v>
                </c:pt>
                <c:pt idx="759">
                  <c:v>7.1497338775795933</c:v>
                </c:pt>
                <c:pt idx="760">
                  <c:v>7.1516511050580167</c:v>
                </c:pt>
                <c:pt idx="761">
                  <c:v>7.1535606789439141</c:v>
                </c:pt>
                <c:pt idx="762">
                  <c:v>7.1554626297905113</c:v>
                </c:pt>
                <c:pt idx="763">
                  <c:v>7.1573569880290613</c:v>
                </c:pt>
                <c:pt idx="764">
                  <c:v>7.1592437839693401</c:v>
                </c:pt>
                <c:pt idx="765">
                  <c:v>7.1611230478001149</c:v>
                </c:pt>
                <c:pt idx="766">
                  <c:v>7.1629948095896507</c:v>
                </c:pt>
                <c:pt idx="767">
                  <c:v>7.1648590992861818</c:v>
                </c:pt>
                <c:pt idx="768">
                  <c:v>7.1667159467183765</c:v>
                </c:pt>
                <c:pt idx="769">
                  <c:v>7.1685653815958368</c:v>
                </c:pt>
                <c:pt idx="770">
                  <c:v>7.170407433509558</c:v>
                </c:pt>
                <c:pt idx="771">
                  <c:v>7.1722421319324106</c:v>
                </c:pt>
                <c:pt idx="772">
                  <c:v>7.1740695062196078</c:v>
                </c:pt>
                <c:pt idx="773">
                  <c:v>7.1758895856091787</c:v>
                </c:pt>
                <c:pt idx="774">
                  <c:v>7.1777023992224311</c:v>
                </c:pt>
                <c:pt idx="775">
                  <c:v>7.1795079760644214</c:v>
                </c:pt>
                <c:pt idx="776">
                  <c:v>7.1813063450244199</c:v>
                </c:pt>
                <c:pt idx="777">
                  <c:v>7.1830975348763664</c:v>
                </c:pt>
                <c:pt idx="778">
                  <c:v>7.184881574279335</c:v>
                </c:pt>
                <c:pt idx="779">
                  <c:v>7.1866584917779983</c:v>
                </c:pt>
                <c:pt idx="780">
                  <c:v>7.1884283158030717</c:v>
                </c:pt>
                <c:pt idx="781">
                  <c:v>7.1901910746717768</c:v>
                </c:pt>
                <c:pt idx="782">
                  <c:v>7.1919467965882946</c:v>
                </c:pt>
                <c:pt idx="783">
                  <c:v>7.1936955096442121</c:v>
                </c:pt>
                <c:pt idx="784">
                  <c:v>7.1954372418189756</c:v>
                </c:pt>
                <c:pt idx="785">
                  <c:v>7.1971720209803403</c:v>
                </c:pt>
                <c:pt idx="786">
                  <c:v>7.1988998748848063</c:v>
                </c:pt>
                <c:pt idx="787">
                  <c:v>7.2006208311780728</c:v>
                </c:pt>
                <c:pt idx="788">
                  <c:v>7.2023349173954756</c:v>
                </c:pt>
                <c:pt idx="789">
                  <c:v>7.2040421609624374</c:v>
                </c:pt>
                <c:pt idx="790">
                  <c:v>7.2057425891948874</c:v>
                </c:pt>
                <c:pt idx="791">
                  <c:v>7.2074362292997085</c:v>
                </c:pt>
                <c:pt idx="792">
                  <c:v>7.2091231083751905</c:v>
                </c:pt>
                <c:pt idx="793">
                  <c:v>7.2108032534114237</c:v>
                </c:pt>
                <c:pt idx="794">
                  <c:v>7.2124766912907692</c:v>
                </c:pt>
                <c:pt idx="795">
                  <c:v>7.2141434487882687</c:v>
                </c:pt>
                <c:pt idx="796">
                  <c:v>7.2158035525720763</c:v>
                </c:pt>
                <c:pt idx="797">
                  <c:v>7.2174570292038895</c:v>
                </c:pt>
                <c:pt idx="798">
                  <c:v>7.2191039051393702</c:v>
                </c:pt>
                <c:pt idx="799">
                  <c:v>7.2207442067285648</c:v>
                </c:pt>
                <c:pt idx="800">
                  <c:v>7.2223779602163365</c:v>
                </c:pt>
                <c:pt idx="801">
                  <c:v>7.2240051917427781</c:v>
                </c:pt>
                <c:pt idx="802">
                  <c:v>7.2256259273436259</c:v>
                </c:pt>
                <c:pt idx="803">
                  <c:v>7.227240192950684</c:v>
                </c:pt>
                <c:pt idx="804">
                  <c:v>7.2288480143922369</c:v>
                </c:pt>
                <c:pt idx="805">
                  <c:v>7.2304494173934621</c:v>
                </c:pt>
                <c:pt idx="806">
                  <c:v>7.2320444275768407</c:v>
                </c:pt>
                <c:pt idx="807">
                  <c:v>7.2336330704625729</c:v>
                </c:pt>
                <c:pt idx="808">
                  <c:v>7.2352153714689749</c:v>
                </c:pt>
                <c:pt idx="809">
                  <c:v>7.2367913559129002</c:v>
                </c:pt>
                <c:pt idx="810">
                  <c:v>7.2383610490101313</c:v>
                </c:pt>
                <c:pt idx="811">
                  <c:v>7.2399244758757888</c:v>
                </c:pt>
                <c:pt idx="812">
                  <c:v>7.241481661524741</c:v>
                </c:pt>
                <c:pt idx="813">
                  <c:v>7.2430326308719888</c:v>
                </c:pt>
                <c:pt idx="814">
                  <c:v>7.2445774087330754</c:v>
                </c:pt>
                <c:pt idx="815">
                  <c:v>7.2461160198244787</c:v>
                </c:pt>
                <c:pt idx="816">
                  <c:v>7.2476484887640122</c:v>
                </c:pt>
                <c:pt idx="817">
                  <c:v>7.2491748400712055</c:v>
                </c:pt>
                <c:pt idx="818">
                  <c:v>7.2506950981677178</c:v>
                </c:pt>
                <c:pt idx="819">
                  <c:v>7.2522092873777089</c:v>
                </c:pt>
                <c:pt idx="820">
                  <c:v>7.253717431928238</c:v>
                </c:pt>
                <c:pt idx="821">
                  <c:v>7.2552195559496502</c:v>
                </c:pt>
                <c:pt idx="822">
                  <c:v>7.2567156834759627</c:v>
                </c:pt>
                <c:pt idx="823">
                  <c:v>7.2582058384452468</c:v>
                </c:pt>
                <c:pt idx="824">
                  <c:v>7.259690044700017</c:v>
                </c:pt>
                <c:pt idx="825">
                  <c:v>7.261168325987601</c:v>
                </c:pt>
                <c:pt idx="826">
                  <c:v>7.2626407059605311</c:v>
                </c:pt>
                <c:pt idx="827">
                  <c:v>7.2641072081769185</c:v>
                </c:pt>
                <c:pt idx="828">
                  <c:v>7.2655678561008346</c:v>
                </c:pt>
                <c:pt idx="829">
                  <c:v>7.2670226731026721</c:v>
                </c:pt>
                <c:pt idx="830">
                  <c:v>7.2684716824595368</c:v>
                </c:pt>
                <c:pt idx="831">
                  <c:v>7.2699149073556049</c:v>
                </c:pt>
                <c:pt idx="832">
                  <c:v>7.2713523708825134</c:v>
                </c:pt>
                <c:pt idx="833">
                  <c:v>7.2727840960397003</c:v>
                </c:pt>
                <c:pt idx="834">
                  <c:v>7.2742101057348085</c:v>
                </c:pt>
                <c:pt idx="835">
                  <c:v>7.2756304227840145</c:v>
                </c:pt>
                <c:pt idx="836">
                  <c:v>7.2770450699124254</c:v>
                </c:pt>
                <c:pt idx="837">
                  <c:v>7.2784540697544253</c:v>
                </c:pt>
                <c:pt idx="838">
                  <c:v>7.2798574448540432</c:v>
                </c:pt>
                <c:pt idx="839">
                  <c:v>7.2812552176653069</c:v>
                </c:pt>
                <c:pt idx="840">
                  <c:v>7.2826474105526158</c:v>
                </c:pt>
                <c:pt idx="841">
                  <c:v>7.2840340457910795</c:v>
                </c:pt>
                <c:pt idx="842">
                  <c:v>7.2854151455668985</c:v>
                </c:pt>
                <c:pt idx="843">
                  <c:v>7.2867907319776952</c:v>
                </c:pt>
                <c:pt idx="844">
                  <c:v>7.2881608270328808</c:v>
                </c:pt>
                <c:pt idx="845">
                  <c:v>7.289525452654007</c:v>
                </c:pt>
                <c:pt idx="846">
                  <c:v>7.2908846306751096</c:v>
                </c:pt>
                <c:pt idx="847">
                  <c:v>7.292238382843073</c:v>
                </c:pt>
                <c:pt idx="848">
                  <c:v>7.2935867308179532</c:v>
                </c:pt>
                <c:pt idx="849">
                  <c:v>7.2949296961733507</c:v>
                </c:pt>
                <c:pt idx="850">
                  <c:v>7.2962673003967398</c:v>
                </c:pt>
                <c:pt idx="851">
                  <c:v>7.297599564889814</c:v>
                </c:pt>
                <c:pt idx="852">
                  <c:v>7.298926510968835</c:v>
                </c:pt>
                <c:pt idx="853">
                  <c:v>7.3002481598649709</c:v>
                </c:pt>
                <c:pt idx="854">
                  <c:v>7.3015645327246279</c:v>
                </c:pt>
                <c:pt idx="855">
                  <c:v>7.3028756506098009</c:v>
                </c:pt>
                <c:pt idx="856">
                  <c:v>7.3041815344984053</c:v>
                </c:pt>
                <c:pt idx="857">
                  <c:v>7.3054822052846138</c:v>
                </c:pt>
                <c:pt idx="858">
                  <c:v>7.3067776837791829</c:v>
                </c:pt>
                <c:pt idx="859">
                  <c:v>7.3080679907097954</c:v>
                </c:pt>
                <c:pt idx="860">
                  <c:v>7.3093531467213921</c:v>
                </c:pt>
                <c:pt idx="861">
                  <c:v>7.3106331723764955</c:v>
                </c:pt>
                <c:pt idx="862">
                  <c:v>7.3119080881555449</c:v>
                </c:pt>
                <c:pt idx="863">
                  <c:v>7.3131779144572171</c:v>
                </c:pt>
                <c:pt idx="864">
                  <c:v>7.3144426715987629</c:v>
                </c:pt>
                <c:pt idx="865">
                  <c:v>7.3157023798163214</c:v>
                </c:pt>
                <c:pt idx="866">
                  <c:v>7.3169570592652526</c:v>
                </c:pt>
                <c:pt idx="867">
                  <c:v>7.3182067300204556</c:v>
                </c:pt>
                <c:pt idx="868">
                  <c:v>7.3194514120766865</c:v>
                </c:pt>
                <c:pt idx="869">
                  <c:v>7.3206911253488851</c:v>
                </c:pt>
                <c:pt idx="870">
                  <c:v>7.3219258896724879</c:v>
                </c:pt>
                <c:pt idx="871">
                  <c:v>7.3231557248037564</c:v>
                </c:pt>
                <c:pt idx="872">
                  <c:v>7.3243806504200748</c:v>
                </c:pt>
                <c:pt idx="873">
                  <c:v>7.3256006861202803</c:v>
                </c:pt>
                <c:pt idx="874">
                  <c:v>7.3268158514249686</c:v>
                </c:pt>
                <c:pt idx="875">
                  <c:v>7.3280261657768149</c:v>
                </c:pt>
                <c:pt idx="876">
                  <c:v>7.3292316485408699</c:v>
                </c:pt>
                <c:pt idx="877">
                  <c:v>7.3304323190048857</c:v>
                </c:pt>
                <c:pt idx="878">
                  <c:v>7.3316281963796142</c:v>
                </c:pt>
                <c:pt idx="879">
                  <c:v>7.3328192997991177</c:v>
                </c:pt>
                <c:pt idx="880">
                  <c:v>7.3340056483210789</c:v>
                </c:pt>
                <c:pt idx="881">
                  <c:v>7.3351872609270998</c:v>
                </c:pt>
                <c:pt idx="882">
                  <c:v>7.3363641565230076</c:v>
                </c:pt>
                <c:pt idx="883">
                  <c:v>7.3375363539391518</c:v>
                </c:pt>
                <c:pt idx="884">
                  <c:v>7.3387038719307229</c:v>
                </c:pt>
                <c:pt idx="885">
                  <c:v>7.3398667291780306</c:v>
                </c:pt>
                <c:pt idx="886">
                  <c:v>7.3410249442868123</c:v>
                </c:pt>
                <c:pt idx="887">
                  <c:v>7.3421785357885403</c:v>
                </c:pt>
                <c:pt idx="888">
                  <c:v>7.3433275221407008</c:v>
                </c:pt>
                <c:pt idx="889">
                  <c:v>7.3444719217270986</c:v>
                </c:pt>
                <c:pt idx="890">
                  <c:v>7.3456117528581544</c:v>
                </c:pt>
                <c:pt idx="891">
                  <c:v>7.34674703377119</c:v>
                </c:pt>
                <c:pt idx="892">
                  <c:v>7.3478777826307198</c:v>
                </c:pt>
                <c:pt idx="893">
                  <c:v>7.3490040175287543</c:v>
                </c:pt>
                <c:pt idx="894">
                  <c:v>7.3501257564850748</c:v>
                </c:pt>
                <c:pt idx="895">
                  <c:v>7.3512430174475307</c:v>
                </c:pt>
                <c:pt idx="896">
                  <c:v>7.352355818292315</c:v>
                </c:pt>
                <c:pt idx="897">
                  <c:v>7.3534641768242706</c:v>
                </c:pt>
                <c:pt idx="898">
                  <c:v>7.3545681107771577</c:v>
                </c:pt>
                <c:pt idx="899">
                  <c:v>7.3556676378139398</c:v>
                </c:pt>
                <c:pt idx="900">
                  <c:v>7.3567627755270752</c:v>
                </c:pt>
                <c:pt idx="901">
                  <c:v>7.3578535414387867</c:v>
                </c:pt>
                <c:pt idx="902">
                  <c:v>7.3589399530013591</c:v>
                </c:pt>
                <c:pt idx="903">
                  <c:v>7.3600220275973953</c:v>
                </c:pt>
                <c:pt idx="904">
                  <c:v>7.3610997825401174</c:v>
                </c:pt>
                <c:pt idx="905">
                  <c:v>7.3621732350736178</c:v>
                </c:pt>
                <c:pt idx="906">
                  <c:v>7.36324240237317</c:v>
                </c:pt>
                <c:pt idx="907">
                  <c:v>7.3643073015454652</c:v>
                </c:pt>
                <c:pt idx="908">
                  <c:v>7.3653679496289195</c:v>
                </c:pt>
                <c:pt idx="909">
                  <c:v>7.3664243635939224</c:v>
                </c:pt>
                <c:pt idx="910">
                  <c:v>7.3674765603431194</c:v>
                </c:pt>
                <c:pt idx="911">
                  <c:v>7.3685245567116811</c:v>
                </c:pt>
                <c:pt idx="912">
                  <c:v>7.369568369467574</c:v>
                </c:pt>
                <c:pt idx="913">
                  <c:v>7.3706080153118227</c:v>
                </c:pt>
                <c:pt idx="914">
                  <c:v>7.3716435108787808</c:v>
                </c:pt>
                <c:pt idx="915">
                  <c:v>7.3726748727363987</c:v>
                </c:pt>
                <c:pt idx="916">
                  <c:v>7.3737021173864958</c:v>
                </c:pt>
                <c:pt idx="917">
                  <c:v>7.3747252612649996</c:v>
                </c:pt>
                <c:pt idx="918">
                  <c:v>7.3757443207422408</c:v>
                </c:pt>
                <c:pt idx="919">
                  <c:v>7.3767593121231902</c:v>
                </c:pt>
                <c:pt idx="920">
                  <c:v>7.3777702516477275</c:v>
                </c:pt>
                <c:pt idx="921">
                  <c:v>7.3787771554909121</c:v>
                </c:pt>
                <c:pt idx="922">
                  <c:v>7.3797800397632267</c:v>
                </c:pt>
                <c:pt idx="923">
                  <c:v>7.3807789205108376</c:v>
                </c:pt>
                <c:pt idx="924">
                  <c:v>7.3817738137158591</c:v>
                </c:pt>
                <c:pt idx="925">
                  <c:v>7.3827647352966066</c:v>
                </c:pt>
                <c:pt idx="926">
                  <c:v>7.3837517011078431</c:v>
                </c:pt>
                <c:pt idx="927">
                  <c:v>7.3847347269410433</c:v>
                </c:pt>
                <c:pt idx="928">
                  <c:v>7.3857138285246444</c:v>
                </c:pt>
                <c:pt idx="929">
                  <c:v>7.3866890215242904</c:v>
                </c:pt>
                <c:pt idx="930">
                  <c:v>7.3876603215430894</c:v>
                </c:pt>
                <c:pt idx="931">
                  <c:v>7.3886277441218633</c:v>
                </c:pt>
                <c:pt idx="932">
                  <c:v>7.3895913047393931</c:v>
                </c:pt>
                <c:pt idx="933">
                  <c:v>7.39055101881267</c:v>
                </c:pt>
                <c:pt idx="934">
                  <c:v>7.3915069016971406</c:v>
                </c:pt>
                <c:pt idx="935">
                  <c:v>7.392458968686948</c:v>
                </c:pt>
                <c:pt idx="936">
                  <c:v>7.3934072350151903</c:v>
                </c:pt>
                <c:pt idx="937">
                  <c:v>7.3943517158541461</c:v>
                </c:pt>
                <c:pt idx="938">
                  <c:v>7.3952924263155255</c:v>
                </c:pt>
                <c:pt idx="939">
                  <c:v>7.3962293814507198</c:v>
                </c:pt>
                <c:pt idx="940">
                  <c:v>7.3971625962510297</c:v>
                </c:pt>
                <c:pt idx="941">
                  <c:v>7.3980920856479129</c:v>
                </c:pt>
                <c:pt idx="942">
                  <c:v>7.3990178645132181</c:v>
                </c:pt>
                <c:pt idx="943">
                  <c:v>7.399939947659429</c:v>
                </c:pt>
                <c:pt idx="944">
                  <c:v>7.4008583498398952</c:v>
                </c:pt>
                <c:pt idx="945">
                  <c:v>7.4017730857490722</c:v>
                </c:pt>
                <c:pt idx="946">
                  <c:v>7.4026841700227477</c:v>
                </c:pt>
                <c:pt idx="947">
                  <c:v>7.4035916172382965</c:v>
                </c:pt>
                <c:pt idx="948">
                  <c:v>7.4044954419148912</c:v>
                </c:pt>
                <c:pt idx="949">
                  <c:v>7.4053956585137453</c:v>
                </c:pt>
                <c:pt idx="950">
                  <c:v>7.4062922814383461</c:v>
                </c:pt>
                <c:pt idx="951">
                  <c:v>7.4071853250346731</c:v>
                </c:pt>
                <c:pt idx="952">
                  <c:v>7.4080748035914494</c:v>
                </c:pt>
                <c:pt idx="953">
                  <c:v>7.4089607313403505</c:v>
                </c:pt>
                <c:pt idx="954">
                  <c:v>7.4098431224562376</c:v>
                </c:pt>
                <c:pt idx="955">
                  <c:v>7.4107219910573834</c:v>
                </c:pt>
                <c:pt idx="956">
                  <c:v>7.4115973512057103</c:v>
                </c:pt>
                <c:pt idx="957">
                  <c:v>7.412469216906997</c:v>
                </c:pt>
                <c:pt idx="958">
                  <c:v>7.4133376021111159</c:v>
                </c:pt>
                <c:pt idx="959">
                  <c:v>7.4142025207122444</c:v>
                </c:pt>
                <c:pt idx="960">
                  <c:v>7.4150639865491019</c:v>
                </c:pt>
                <c:pt idx="961">
                  <c:v>7.4159220134051562</c:v>
                </c:pt>
                <c:pt idx="962">
                  <c:v>7.4167766150088612</c:v>
                </c:pt>
                <c:pt idx="963">
                  <c:v>7.417627805033856</c:v>
                </c:pt>
                <c:pt idx="964">
                  <c:v>7.4184755970991985</c:v>
                </c:pt>
                <c:pt idx="965">
                  <c:v>7.4193200047695873</c:v>
                </c:pt>
                <c:pt idx="966">
                  <c:v>7.4201610415555521</c:v>
                </c:pt>
                <c:pt idx="967">
                  <c:v>7.4209987209137092</c:v>
                </c:pt>
                <c:pt idx="968">
                  <c:v>7.4218330562469399</c:v>
                </c:pt>
                <c:pt idx="969">
                  <c:v>7.4226640609046326</c:v>
                </c:pt>
                <c:pt idx="970">
                  <c:v>7.423491748182875</c:v>
                </c:pt>
                <c:pt idx="971">
                  <c:v>7.4243161313246819</c:v>
                </c:pt>
                <c:pt idx="972">
                  <c:v>7.4251372235202018</c:v>
                </c:pt>
                <c:pt idx="973">
                  <c:v>7.4259550379069275</c:v>
                </c:pt>
                <c:pt idx="974">
                  <c:v>7.4267695875699102</c:v>
                </c:pt>
                <c:pt idx="975">
                  <c:v>7.4275808855419552</c:v>
                </c:pt>
                <c:pt idx="976">
                  <c:v>7.428388944803852</c:v>
                </c:pt>
                <c:pt idx="977">
                  <c:v>7.4291937782845663</c:v>
                </c:pt>
                <c:pt idx="978">
                  <c:v>7.4299953988614451</c:v>
                </c:pt>
                <c:pt idx="979">
                  <c:v>7.4307938193604413</c:v>
                </c:pt>
                <c:pt idx="980">
                  <c:v>7.4315890525562969</c:v>
                </c:pt>
                <c:pt idx="981">
                  <c:v>7.432381111172762</c:v>
                </c:pt>
                <c:pt idx="982">
                  <c:v>7.4331700078827883</c:v>
                </c:pt>
                <c:pt idx="983">
                  <c:v>7.4339557553087419</c:v>
                </c:pt>
                <c:pt idx="984">
                  <c:v>7.4347383660225974</c:v>
                </c:pt>
                <c:pt idx="985">
                  <c:v>7.4355178525461456</c:v>
                </c:pt>
                <c:pt idx="986">
                  <c:v>7.4362942273511861</c:v>
                </c:pt>
                <c:pt idx="987">
                  <c:v>7.4370675028597306</c:v>
                </c:pt>
                <c:pt idx="988">
                  <c:v>7.437837691444205</c:v>
                </c:pt>
                <c:pt idx="989">
                  <c:v>7.4386048054276426</c:v>
                </c:pt>
                <c:pt idx="990">
                  <c:v>7.4393688570838847</c:v>
                </c:pt>
                <c:pt idx="991">
                  <c:v>7.4401298586377704</c:v>
                </c:pt>
                <c:pt idx="992">
                  <c:v>7.4408878222653465</c:v>
                </c:pt>
                <c:pt idx="993">
                  <c:v>7.4416427600940471</c:v>
                </c:pt>
                <c:pt idx="994">
                  <c:v>7.4423946842028883</c:v>
                </c:pt>
                <c:pt idx="995">
                  <c:v>7.443143606622673</c:v>
                </c:pt>
                <c:pt idx="996">
                  <c:v>7.4438895393361779</c:v>
                </c:pt>
                <c:pt idx="997">
                  <c:v>7.4446324942783431</c:v>
                </c:pt>
                <c:pt idx="998">
                  <c:v>7.4453724833364623</c:v>
                </c:pt>
                <c:pt idx="999">
                  <c:v>7.4461095183503749</c:v>
                </c:pt>
                <c:pt idx="1000">
                  <c:v>7.4468436111126595</c:v>
                </c:pt>
                <c:pt idx="1001">
                  <c:v>7.4475747733688111</c:v>
                </c:pt>
                <c:pt idx="1002">
                  <c:v>7.4483030168174489</c:v>
                </c:pt>
                <c:pt idx="1003">
                  <c:v>7.4490283531104788</c:v>
                </c:pt>
                <c:pt idx="1004">
                  <c:v>7.4497507938532985</c:v>
                </c:pt>
                <c:pt idx="1005">
                  <c:v>7.450470350604971</c:v>
                </c:pt>
                <c:pt idx="1006">
                  <c:v>7.4511870348784264</c:v>
                </c:pt>
                <c:pt idx="1007">
                  <c:v>7.4519008581406236</c:v>
                </c:pt>
                <c:pt idx="1008">
                  <c:v>7.4526118318127512</c:v>
                </c:pt>
                <c:pt idx="1009">
                  <c:v>7.4533199672704056</c:v>
                </c:pt>
                <c:pt idx="1010">
                  <c:v>7.4540252758437662</c:v>
                </c:pt>
                <c:pt idx="1011">
                  <c:v>7.4547277688177855</c:v>
                </c:pt>
                <c:pt idx="1012">
                  <c:v>7.4554274574323687</c:v>
                </c:pt>
                <c:pt idx="1013">
                  <c:v>7.4561243528825436</c:v>
                </c:pt>
                <c:pt idx="1014">
                  <c:v>7.4568184663186576</c:v>
                </c:pt>
                <c:pt idx="1015">
                  <c:v>7.4575098088465364</c:v>
                </c:pt>
                <c:pt idx="1016">
                  <c:v>7.4581983915276799</c:v>
                </c:pt>
                <c:pt idx="1017">
                  <c:v>7.4588842253794176</c:v>
                </c:pt>
                <c:pt idx="1018">
                  <c:v>7.4595673213751175</c:v>
                </c:pt>
                <c:pt idx="1019">
                  <c:v>7.4602476904443202</c:v>
                </c:pt>
                <c:pt idx="1020">
                  <c:v>7.4609253434729466</c:v>
                </c:pt>
                <c:pt idx="1021">
                  <c:v>7.4616002913034647</c:v>
                </c:pt>
                <c:pt idx="1022">
                  <c:v>7.4622725447350495</c:v>
                </c:pt>
                <c:pt idx="1023">
                  <c:v>7.4629421145237727</c:v>
                </c:pt>
                <c:pt idx="1024">
                  <c:v>7.4636090113827658</c:v>
                </c:pt>
                <c:pt idx="1025">
                  <c:v>7.4642732459823886</c:v>
                </c:pt>
                <c:pt idx="1026">
                  <c:v>7.4649348289504092</c:v>
                </c:pt>
                <c:pt idx="1027">
                  <c:v>7.4655937708721778</c:v>
                </c:pt>
                <c:pt idx="1028">
                  <c:v>7.4662500822907703</c:v>
                </c:pt>
                <c:pt idx="1029">
                  <c:v>7.4669037737071866</c:v>
                </c:pt>
                <c:pt idx="1030">
                  <c:v>7.4675548555804996</c:v>
                </c:pt>
                <c:pt idx="1031">
                  <c:v>7.4682033383280402</c:v>
                </c:pt>
                <c:pt idx="1032">
                  <c:v>7.4688492323255415</c:v>
                </c:pt>
                <c:pt idx="1033">
                  <c:v>7.469492547907322</c:v>
                </c:pt>
                <c:pt idx="1034">
                  <c:v>7.4701332953664457</c:v>
                </c:pt>
                <c:pt idx="1035">
                  <c:v>7.4707714849548852</c:v>
                </c:pt>
                <c:pt idx="1036">
                  <c:v>7.4714071268836841</c:v>
                </c:pt>
                <c:pt idx="1037">
                  <c:v>7.472040231323132</c:v>
                </c:pt>
                <c:pt idx="1038">
                  <c:v>7.4726708084029099</c:v>
                </c:pt>
                <c:pt idx="1039">
                  <c:v>7.4732988682122672</c:v>
                </c:pt>
                <c:pt idx="1040">
                  <c:v>7.4739244208001727</c:v>
                </c:pt>
                <c:pt idx="1041">
                  <c:v>7.4745474761754789</c:v>
                </c:pt>
                <c:pt idx="1042">
                  <c:v>7.4751680443070914</c:v>
                </c:pt>
                <c:pt idx="1043">
                  <c:v>7.4757861351241095</c:v>
                </c:pt>
                <c:pt idx="1044">
                  <c:v>7.4764017585159968</c:v>
                </c:pt>
                <c:pt idx="1045">
                  <c:v>7.4770149243327451</c:v>
                </c:pt>
                <c:pt idx="1046">
                  <c:v>7.4776256423850187</c:v>
                </c:pt>
                <c:pt idx="1047">
                  <c:v>7.4782339224443222</c:v>
                </c:pt>
                <c:pt idx="1048">
                  <c:v>7.4788397742431441</c:v>
                </c:pt>
                <c:pt idx="1049">
                  <c:v>7.4794432074751303</c:v>
                </c:pt>
                <c:pt idx="1050">
                  <c:v>7.4800442317952225</c:v>
                </c:pt>
                <c:pt idx="1051">
                  <c:v>7.4806428568198271</c:v>
                </c:pt>
                <c:pt idx="1052">
                  <c:v>7.4812390921269536</c:v>
                </c:pt>
                <c:pt idx="1053">
                  <c:v>7.4818329472563789</c:v>
                </c:pt>
                <c:pt idx="1054">
                  <c:v>7.4824244317098012</c:v>
                </c:pt>
                <c:pt idx="1055">
                  <c:v>7.4830135549509817</c:v>
                </c:pt>
                <c:pt idx="1056">
                  <c:v>7.4836003264059068</c:v>
                </c:pt>
                <c:pt idx="1057">
                  <c:v>7.4841847554629295</c:v>
                </c:pt>
                <c:pt idx="1058">
                  <c:v>7.4847668514729309</c:v>
                </c:pt>
                <c:pt idx="1059">
                  <c:v>7.4853466237494564</c:v>
                </c:pt>
                <c:pt idx="1060">
                  <c:v>7.4859240815688777</c:v>
                </c:pt>
                <c:pt idx="1061">
                  <c:v>7.4864992341705294</c:v>
                </c:pt>
                <c:pt idx="1062">
                  <c:v>7.4870720907568664</c:v>
                </c:pt>
                <c:pt idx="1063">
                  <c:v>7.4876426604936048</c:v>
                </c:pt>
                <c:pt idx="1064">
                  <c:v>7.488210952509875</c:v>
                </c:pt>
                <c:pt idx="1065">
                  <c:v>7.4887769758983609</c:v>
                </c:pt>
                <c:pt idx="1066">
                  <c:v>7.4893407397154474</c:v>
                </c:pt>
                <c:pt idx="1067">
                  <c:v>7.4899022529813708</c:v>
                </c:pt>
                <c:pt idx="1068">
                  <c:v>7.4904615246803514</c:v>
                </c:pt>
                <c:pt idx="1069">
                  <c:v>7.4910185637607505</c:v>
                </c:pt>
                <c:pt idx="1070">
                  <c:v>7.4915733791352048</c:v>
                </c:pt>
                <c:pt idx="1071">
                  <c:v>7.4921259796807718</c:v>
                </c:pt>
                <c:pt idx="1072">
                  <c:v>7.4926763742390738</c:v>
                </c:pt>
                <c:pt idx="1073">
                  <c:v>7.4932245716164321</c:v>
                </c:pt>
                <c:pt idx="1074">
                  <c:v>7.4937705805840222</c:v>
                </c:pt>
                <c:pt idx="1075">
                  <c:v>7.4943144098779886</c:v>
                </c:pt>
                <c:pt idx="1076">
                  <c:v>7.4948560681996241</c:v>
                </c:pt>
                <c:pt idx="1077">
                  <c:v>7.4953955642154666</c:v>
                </c:pt>
                <c:pt idx="1078">
                  <c:v>7.4959329065574645</c:v>
                </c:pt>
                <c:pt idx="1079">
                  <c:v>7.4964681038231094</c:v>
                </c:pt>
                <c:pt idx="1080">
                  <c:v>7.4970011645755621</c:v>
                </c:pt>
                <c:pt idx="1081">
                  <c:v>7.4975320973438135</c:v>
                </c:pt>
                <c:pt idx="1082">
                  <c:v>7.4980609106227964</c:v>
                </c:pt>
                <c:pt idx="1083">
                  <c:v>7.4985876128735338</c:v>
                </c:pt>
                <c:pt idx="1084">
                  <c:v>7.4991122125232739</c:v>
                </c:pt>
                <c:pt idx="1085">
                  <c:v>7.4996347179656224</c:v>
                </c:pt>
                <c:pt idx="1086">
                  <c:v>7.500155137560677</c:v>
                </c:pt>
                <c:pt idx="1087">
                  <c:v>7.5006734796351635</c:v>
                </c:pt>
                <c:pt idx="1088">
                  <c:v>7.5011897524825653</c:v>
                </c:pt>
                <c:pt idx="1089">
                  <c:v>7.5017039643632577</c:v>
                </c:pt>
                <c:pt idx="1090">
                  <c:v>7.5022161235046427</c:v>
                </c:pt>
                <c:pt idx="1091">
                  <c:v>7.5027262381012765</c:v>
                </c:pt>
                <c:pt idx="1092">
                  <c:v>7.503234316315007</c:v>
                </c:pt>
                <c:pt idx="1093">
                  <c:v>7.5037403662750934</c:v>
                </c:pt>
                <c:pt idx="1094">
                  <c:v>7.5042443960783478</c:v>
                </c:pt>
                <c:pt idx="1095">
                  <c:v>7.5047464137892561</c:v>
                </c:pt>
                <c:pt idx="1096">
                  <c:v>7.5052464274401123</c:v>
                </c:pt>
                <c:pt idx="1097">
                  <c:v>7.5057444450311479</c:v>
                </c:pt>
                <c:pt idx="1098">
                  <c:v>7.5062404745306512</c:v>
                </c:pt>
                <c:pt idx="1099">
                  <c:v>7.5067345238751066</c:v>
                </c:pt>
                <c:pt idx="1100">
                  <c:v>7.5072266009693154</c:v>
                </c:pt>
                <c:pt idx="1101">
                  <c:v>7.507716713686519</c:v>
                </c:pt>
                <c:pt idx="1102">
                  <c:v>7.5082048698685355</c:v>
                </c:pt>
                <c:pt idx="1103">
                  <c:v>7.5086910773258699</c:v>
                </c:pt>
                <c:pt idx="1104">
                  <c:v>7.5091753438378541</c:v>
                </c:pt>
                <c:pt idx="1105">
                  <c:v>7.5096576771527621</c:v>
                </c:pt>
                <c:pt idx="1106">
                  <c:v>7.5101380849879371</c:v>
                </c:pt>
                <c:pt idx="1107">
                  <c:v>7.5106165750299141</c:v>
                </c:pt>
                <c:pt idx="1108">
                  <c:v>7.5110931549345477</c:v>
                </c:pt>
                <c:pt idx="1109">
                  <c:v>7.5115678323271196</c:v>
                </c:pt>
                <c:pt idx="1110">
                  <c:v>7.5120406148024843</c:v>
                </c:pt>
                <c:pt idx="1111">
                  <c:v>7.5125115099251678</c:v>
                </c:pt>
                <c:pt idx="1112">
                  <c:v>7.512980525229505</c:v>
                </c:pt>
                <c:pt idx="1113">
                  <c:v>7.5134476682197491</c:v>
                </c:pt>
                <c:pt idx="1114">
                  <c:v>7.5139129463701986</c:v>
                </c:pt>
                <c:pt idx="1115">
                  <c:v>7.5143763671253136</c:v>
                </c:pt>
                <c:pt idx="1116">
                  <c:v>7.514837937899836</c:v>
                </c:pt>
                <c:pt idx="1117">
                  <c:v>7.5152976660789079</c:v>
                </c:pt>
                <c:pt idx="1118">
                  <c:v>7.5157555590181886</c:v>
                </c:pt>
                <c:pt idx="1119">
                  <c:v>7.5162116240439794</c:v>
                </c:pt>
                <c:pt idx="1120">
                  <c:v>7.5166658684533267</c:v>
                </c:pt>
                <c:pt idx="1121">
                  <c:v>7.5171182995141486</c:v>
                </c:pt>
                <c:pt idx="1122">
                  <c:v>7.5175689244653565</c:v>
                </c:pt>
                <c:pt idx="1123">
                  <c:v>7.5180177505169565</c:v>
                </c:pt>
                <c:pt idx="1124">
                  <c:v>7.5184647848501793</c:v>
                </c:pt>
                <c:pt idx="1125">
                  <c:v>7.5189100346175763</c:v>
                </c:pt>
                <c:pt idx="1126">
                  <c:v>7.5193535069431592</c:v>
                </c:pt>
                <c:pt idx="1127">
                  <c:v>7.5197952089224911</c:v>
                </c:pt>
                <c:pt idx="1128">
                  <c:v>7.5202351476228166</c:v>
                </c:pt>
                <c:pt idx="1129">
                  <c:v>7.5206733300831621</c:v>
                </c:pt>
                <c:pt idx="1130">
                  <c:v>7.5211097633144552</c:v>
                </c:pt>
                <c:pt idx="1131">
                  <c:v>7.5215444542996392</c:v>
                </c:pt>
                <c:pt idx="1132">
                  <c:v>7.5219774099937782</c:v>
                </c:pt>
                <c:pt idx="1133">
                  <c:v>7.5224086373241725</c:v>
                </c:pt>
                <c:pt idx="1134">
                  <c:v>7.5228381431904685</c:v>
                </c:pt>
                <c:pt idx="1135">
                  <c:v>7.5232659344647717</c:v>
                </c:pt>
                <c:pt idx="1136">
                  <c:v>7.5236920179917464</c:v>
                </c:pt>
                <c:pt idx="1137">
                  <c:v>7.5241164005887402</c:v>
                </c:pt>
                <c:pt idx="1138">
                  <c:v>7.5245390890458879</c:v>
                </c:pt>
                <c:pt idx="1139">
                  <c:v>7.5249600901262088</c:v>
                </c:pt>
                <c:pt idx="1140">
                  <c:v>7.5253794105657317</c:v>
                </c:pt>
                <c:pt idx="1141">
                  <c:v>7.5257970570735901</c:v>
                </c:pt>
                <c:pt idx="1142">
                  <c:v>7.5262130363321411</c:v>
                </c:pt>
                <c:pt idx="1143">
                  <c:v>7.5266273549970579</c:v>
                </c:pt>
                <c:pt idx="1144">
                  <c:v>7.5270400196974476</c:v>
                </c:pt>
                <c:pt idx="1145">
                  <c:v>7.5274510370359566</c:v>
                </c:pt>
                <c:pt idx="1146">
                  <c:v>7.5278604135888756</c:v>
                </c:pt>
                <c:pt idx="1147">
                  <c:v>7.528268155906229</c:v>
                </c:pt>
                <c:pt idx="1148">
                  <c:v>7.528674270511905</c:v>
                </c:pt>
                <c:pt idx="1149">
                  <c:v>7.5290787639037502</c:v>
                </c:pt>
                <c:pt idx="1150">
                  <c:v>7.529481642553665</c:v>
                </c:pt>
                <c:pt idx="1151">
                  <c:v>7.5298829129077145</c:v>
                </c:pt>
                <c:pt idx="1152">
                  <c:v>7.5302825813862357</c:v>
                </c:pt>
                <c:pt idx="1153">
                  <c:v>7.5306806543839313</c:v>
                </c:pt>
                <c:pt idx="1154">
                  <c:v>7.5310771382699784</c:v>
                </c:pt>
                <c:pt idx="1155">
                  <c:v>7.5314720393881283</c:v>
                </c:pt>
                <c:pt idx="1156">
                  <c:v>7.5318653640568058</c:v>
                </c:pt>
                <c:pt idx="1157">
                  <c:v>7.5322571185692135</c:v>
                </c:pt>
                <c:pt idx="1158">
                  <c:v>7.5326473091934352</c:v>
                </c:pt>
                <c:pt idx="1159">
                  <c:v>7.5330359421725257</c:v>
                </c:pt>
                <c:pt idx="1160">
                  <c:v>7.533423023724624</c:v>
                </c:pt>
                <c:pt idx="1161">
                  <c:v>7.5338085600430382</c:v>
                </c:pt>
                <c:pt idx="1162">
                  <c:v>7.5341925572963628</c:v>
                </c:pt>
                <c:pt idx="1163">
                  <c:v>7.5345750216285605</c:v>
                </c:pt>
                <c:pt idx="1164">
                  <c:v>7.5349559591590687</c:v>
                </c:pt>
                <c:pt idx="1165">
                  <c:v>7.5353353759828963</c:v>
                </c:pt>
                <c:pt idx="1166">
                  <c:v>7.5357132781707188</c:v>
                </c:pt>
                <c:pt idx="1167">
                  <c:v>7.5360896717689814</c:v>
                </c:pt>
                <c:pt idx="1168">
                  <c:v>7.5364645627999893</c:v>
                </c:pt>
                <c:pt idx="1169">
                  <c:v>7.5368379572620068</c:v>
                </c:pt>
                <c:pt idx="1170">
                  <c:v>7.5372098611293525</c:v>
                </c:pt>
                <c:pt idx="1171">
                  <c:v>7.5375802803524961</c:v>
                </c:pt>
                <c:pt idx="1172">
                  <c:v>7.5379492208581551</c:v>
                </c:pt>
                <c:pt idx="1173">
                  <c:v>7.5383166885493829</c:v>
                </c:pt>
                <c:pt idx="1174">
                  <c:v>7.5386826893056726</c:v>
                </c:pt>
                <c:pt idx="1175">
                  <c:v>7.5390472289830424</c:v>
                </c:pt>
                <c:pt idx="1176">
                  <c:v>7.5394103134141366</c:v>
                </c:pt>
                <c:pt idx="1177">
                  <c:v>7.5397719484083101</c:v>
                </c:pt>
                <c:pt idx="1178">
                  <c:v>7.5401321397517354</c:v>
                </c:pt>
                <c:pt idx="1179">
                  <c:v>7.5404908932074788</c:v>
                </c:pt>
                <c:pt idx="1180">
                  <c:v>7.5408482145156039</c:v>
                </c:pt>
                <c:pt idx="1181">
                  <c:v>7.5412041093932611</c:v>
                </c:pt>
                <c:pt idx="1182">
                  <c:v>7.5415585835347727</c:v>
                </c:pt>
                <c:pt idx="1183">
                  <c:v>7.5419116426117325</c:v>
                </c:pt>
                <c:pt idx="1184">
                  <c:v>7.5422632922730992</c:v>
                </c:pt>
                <c:pt idx="1185">
                  <c:v>7.5426135381452664</c:v>
                </c:pt>
                <c:pt idx="1186">
                  <c:v>7.5429623858321833</c:v>
                </c:pt>
                <c:pt idx="1187">
                  <c:v>7.5433098409154127</c:v>
                </c:pt>
                <c:pt idx="1188">
                  <c:v>7.5436559089542499</c:v>
                </c:pt>
                <c:pt idx="1189">
                  <c:v>7.5440005954857874</c:v>
                </c:pt>
                <c:pt idx="1190">
                  <c:v>7.5443439060250181</c:v>
                </c:pt>
                <c:pt idx="1191">
                  <c:v>7.544685846064918</c:v>
                </c:pt>
                <c:pt idx="1192">
                  <c:v>7.5450264210765363</c:v>
                </c:pt>
                <c:pt idx="1193">
                  <c:v>7.5453656365090787</c:v>
                </c:pt>
                <c:pt idx="1194">
                  <c:v>7.5457034977899982</c:v>
                </c:pt>
                <c:pt idx="1195">
                  <c:v>7.5460400103250853</c:v>
                </c:pt>
                <c:pt idx="1196">
                  <c:v>7.5463751794985461</c:v>
                </c:pt>
                <c:pt idx="1197">
                  <c:v>7.5467090106730952</c:v>
                </c:pt>
                <c:pt idx="1198">
                  <c:v>7.5470415091900369</c:v>
                </c:pt>
                <c:pt idx="1199">
                  <c:v>7.5473726803693575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DC-44B7-A37B-DE19D021D5A7}"/>
            </c:ext>
          </c:extLst>
        </c:ser>
        <c:ser>
          <c:idx val="0"/>
          <c:order val="1"/>
          <c:tx>
            <c:v>Разрабатываемый движитель</c:v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Лист1!$A$1:$A$1200</c:f>
              <c:numCache>
                <c:formatCode>General</c:formatCode>
                <c:ptCount val="1200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  <c:pt idx="19">
                  <c:v>190</c:v>
                </c:pt>
                <c:pt idx="20">
                  <c:v>200</c:v>
                </c:pt>
                <c:pt idx="21">
                  <c:v>210</c:v>
                </c:pt>
                <c:pt idx="22">
                  <c:v>220</c:v>
                </c:pt>
                <c:pt idx="23">
                  <c:v>230</c:v>
                </c:pt>
                <c:pt idx="24">
                  <c:v>240</c:v>
                </c:pt>
                <c:pt idx="25">
                  <c:v>250</c:v>
                </c:pt>
                <c:pt idx="26">
                  <c:v>260</c:v>
                </c:pt>
                <c:pt idx="27">
                  <c:v>270</c:v>
                </c:pt>
                <c:pt idx="28">
                  <c:v>280</c:v>
                </c:pt>
                <c:pt idx="29">
                  <c:v>290</c:v>
                </c:pt>
                <c:pt idx="30">
                  <c:v>300</c:v>
                </c:pt>
                <c:pt idx="31">
                  <c:v>310</c:v>
                </c:pt>
                <c:pt idx="32">
                  <c:v>320</c:v>
                </c:pt>
                <c:pt idx="33">
                  <c:v>330</c:v>
                </c:pt>
                <c:pt idx="34">
                  <c:v>340</c:v>
                </c:pt>
                <c:pt idx="35">
                  <c:v>350</c:v>
                </c:pt>
                <c:pt idx="36">
                  <c:v>360</c:v>
                </c:pt>
                <c:pt idx="37">
                  <c:v>370</c:v>
                </c:pt>
                <c:pt idx="38">
                  <c:v>380</c:v>
                </c:pt>
                <c:pt idx="39">
                  <c:v>390</c:v>
                </c:pt>
                <c:pt idx="40">
                  <c:v>400</c:v>
                </c:pt>
                <c:pt idx="41">
                  <c:v>410</c:v>
                </c:pt>
                <c:pt idx="42">
                  <c:v>420</c:v>
                </c:pt>
                <c:pt idx="43">
                  <c:v>430</c:v>
                </c:pt>
                <c:pt idx="44">
                  <c:v>440</c:v>
                </c:pt>
                <c:pt idx="45">
                  <c:v>450</c:v>
                </c:pt>
                <c:pt idx="46">
                  <c:v>460</c:v>
                </c:pt>
                <c:pt idx="47">
                  <c:v>470</c:v>
                </c:pt>
                <c:pt idx="48">
                  <c:v>480</c:v>
                </c:pt>
                <c:pt idx="49">
                  <c:v>490</c:v>
                </c:pt>
                <c:pt idx="50">
                  <c:v>500</c:v>
                </c:pt>
                <c:pt idx="51">
                  <c:v>510</c:v>
                </c:pt>
                <c:pt idx="52">
                  <c:v>520</c:v>
                </c:pt>
                <c:pt idx="53">
                  <c:v>530</c:v>
                </c:pt>
                <c:pt idx="54">
                  <c:v>540</c:v>
                </c:pt>
                <c:pt idx="55">
                  <c:v>550</c:v>
                </c:pt>
                <c:pt idx="56">
                  <c:v>560</c:v>
                </c:pt>
                <c:pt idx="57">
                  <c:v>570</c:v>
                </c:pt>
                <c:pt idx="58">
                  <c:v>580</c:v>
                </c:pt>
                <c:pt idx="59">
                  <c:v>590</c:v>
                </c:pt>
                <c:pt idx="60">
                  <c:v>600</c:v>
                </c:pt>
                <c:pt idx="61">
                  <c:v>610</c:v>
                </c:pt>
                <c:pt idx="62">
                  <c:v>620</c:v>
                </c:pt>
                <c:pt idx="63">
                  <c:v>630</c:v>
                </c:pt>
                <c:pt idx="64">
                  <c:v>640</c:v>
                </c:pt>
                <c:pt idx="65">
                  <c:v>650</c:v>
                </c:pt>
                <c:pt idx="66">
                  <c:v>660</c:v>
                </c:pt>
                <c:pt idx="67">
                  <c:v>670</c:v>
                </c:pt>
                <c:pt idx="68">
                  <c:v>680</c:v>
                </c:pt>
                <c:pt idx="69">
                  <c:v>690</c:v>
                </c:pt>
                <c:pt idx="70">
                  <c:v>700</c:v>
                </c:pt>
                <c:pt idx="71">
                  <c:v>710</c:v>
                </c:pt>
                <c:pt idx="72">
                  <c:v>720</c:v>
                </c:pt>
                <c:pt idx="73">
                  <c:v>730</c:v>
                </c:pt>
                <c:pt idx="74">
                  <c:v>740</c:v>
                </c:pt>
                <c:pt idx="75">
                  <c:v>750</c:v>
                </c:pt>
                <c:pt idx="76">
                  <c:v>760</c:v>
                </c:pt>
                <c:pt idx="77">
                  <c:v>770</c:v>
                </c:pt>
                <c:pt idx="78">
                  <c:v>780</c:v>
                </c:pt>
                <c:pt idx="79">
                  <c:v>790</c:v>
                </c:pt>
                <c:pt idx="80">
                  <c:v>800</c:v>
                </c:pt>
                <c:pt idx="81">
                  <c:v>810</c:v>
                </c:pt>
                <c:pt idx="82">
                  <c:v>820</c:v>
                </c:pt>
                <c:pt idx="83">
                  <c:v>830</c:v>
                </c:pt>
                <c:pt idx="84">
                  <c:v>840</c:v>
                </c:pt>
                <c:pt idx="85">
                  <c:v>850</c:v>
                </c:pt>
                <c:pt idx="86">
                  <c:v>860</c:v>
                </c:pt>
                <c:pt idx="87">
                  <c:v>870</c:v>
                </c:pt>
                <c:pt idx="88">
                  <c:v>880</c:v>
                </c:pt>
                <c:pt idx="89">
                  <c:v>890</c:v>
                </c:pt>
                <c:pt idx="90">
                  <c:v>900</c:v>
                </c:pt>
                <c:pt idx="91">
                  <c:v>910</c:v>
                </c:pt>
                <c:pt idx="92">
                  <c:v>920</c:v>
                </c:pt>
                <c:pt idx="93">
                  <c:v>930</c:v>
                </c:pt>
                <c:pt idx="94">
                  <c:v>940</c:v>
                </c:pt>
                <c:pt idx="95">
                  <c:v>950</c:v>
                </c:pt>
                <c:pt idx="96">
                  <c:v>960</c:v>
                </c:pt>
                <c:pt idx="97">
                  <c:v>970</c:v>
                </c:pt>
                <c:pt idx="98">
                  <c:v>980</c:v>
                </c:pt>
                <c:pt idx="99">
                  <c:v>990</c:v>
                </c:pt>
                <c:pt idx="100">
                  <c:v>1000</c:v>
                </c:pt>
                <c:pt idx="101">
                  <c:v>1010</c:v>
                </c:pt>
                <c:pt idx="102">
                  <c:v>1020</c:v>
                </c:pt>
                <c:pt idx="103">
                  <c:v>1030</c:v>
                </c:pt>
                <c:pt idx="104">
                  <c:v>1040</c:v>
                </c:pt>
                <c:pt idx="105">
                  <c:v>1050</c:v>
                </c:pt>
                <c:pt idx="106">
                  <c:v>1060</c:v>
                </c:pt>
                <c:pt idx="107">
                  <c:v>1070</c:v>
                </c:pt>
                <c:pt idx="108">
                  <c:v>1080</c:v>
                </c:pt>
                <c:pt idx="109">
                  <c:v>1090</c:v>
                </c:pt>
                <c:pt idx="110">
                  <c:v>1100</c:v>
                </c:pt>
                <c:pt idx="111">
                  <c:v>1110</c:v>
                </c:pt>
                <c:pt idx="112">
                  <c:v>1120</c:v>
                </c:pt>
                <c:pt idx="113">
                  <c:v>1130</c:v>
                </c:pt>
                <c:pt idx="114">
                  <c:v>1140</c:v>
                </c:pt>
                <c:pt idx="115">
                  <c:v>1150</c:v>
                </c:pt>
                <c:pt idx="116">
                  <c:v>1160</c:v>
                </c:pt>
                <c:pt idx="117">
                  <c:v>1170</c:v>
                </c:pt>
                <c:pt idx="118">
                  <c:v>1180</c:v>
                </c:pt>
                <c:pt idx="119">
                  <c:v>1190</c:v>
                </c:pt>
                <c:pt idx="120">
                  <c:v>1200</c:v>
                </c:pt>
                <c:pt idx="121">
                  <c:v>1210</c:v>
                </c:pt>
                <c:pt idx="122">
                  <c:v>1220</c:v>
                </c:pt>
                <c:pt idx="123">
                  <c:v>1230</c:v>
                </c:pt>
                <c:pt idx="124">
                  <c:v>1240</c:v>
                </c:pt>
                <c:pt idx="125">
                  <c:v>1250</c:v>
                </c:pt>
                <c:pt idx="126">
                  <c:v>1260</c:v>
                </c:pt>
                <c:pt idx="127">
                  <c:v>1270</c:v>
                </c:pt>
                <c:pt idx="128">
                  <c:v>1280</c:v>
                </c:pt>
                <c:pt idx="129">
                  <c:v>1290</c:v>
                </c:pt>
                <c:pt idx="130">
                  <c:v>1300</c:v>
                </c:pt>
                <c:pt idx="131">
                  <c:v>1310</c:v>
                </c:pt>
                <c:pt idx="132">
                  <c:v>1320</c:v>
                </c:pt>
                <c:pt idx="133">
                  <c:v>1330</c:v>
                </c:pt>
                <c:pt idx="134">
                  <c:v>1340</c:v>
                </c:pt>
                <c:pt idx="135">
                  <c:v>1350</c:v>
                </c:pt>
                <c:pt idx="136">
                  <c:v>1360</c:v>
                </c:pt>
                <c:pt idx="137">
                  <c:v>1370</c:v>
                </c:pt>
                <c:pt idx="138">
                  <c:v>1380</c:v>
                </c:pt>
                <c:pt idx="139">
                  <c:v>1390</c:v>
                </c:pt>
                <c:pt idx="140">
                  <c:v>1400</c:v>
                </c:pt>
                <c:pt idx="141">
                  <c:v>1410</c:v>
                </c:pt>
                <c:pt idx="142">
                  <c:v>1420</c:v>
                </c:pt>
                <c:pt idx="143">
                  <c:v>1430</c:v>
                </c:pt>
                <c:pt idx="144">
                  <c:v>1440</c:v>
                </c:pt>
                <c:pt idx="145">
                  <c:v>1450</c:v>
                </c:pt>
                <c:pt idx="146">
                  <c:v>1460</c:v>
                </c:pt>
                <c:pt idx="147">
                  <c:v>1470</c:v>
                </c:pt>
                <c:pt idx="148">
                  <c:v>1480</c:v>
                </c:pt>
                <c:pt idx="149">
                  <c:v>1490</c:v>
                </c:pt>
                <c:pt idx="150">
                  <c:v>1500</c:v>
                </c:pt>
                <c:pt idx="151">
                  <c:v>1510</c:v>
                </c:pt>
                <c:pt idx="152">
                  <c:v>1520</c:v>
                </c:pt>
                <c:pt idx="153">
                  <c:v>1530</c:v>
                </c:pt>
                <c:pt idx="154">
                  <c:v>1540</c:v>
                </c:pt>
                <c:pt idx="155">
                  <c:v>1550</c:v>
                </c:pt>
                <c:pt idx="156">
                  <c:v>1560</c:v>
                </c:pt>
                <c:pt idx="157">
                  <c:v>1570</c:v>
                </c:pt>
                <c:pt idx="158">
                  <c:v>1580</c:v>
                </c:pt>
                <c:pt idx="159">
                  <c:v>1590</c:v>
                </c:pt>
                <c:pt idx="160">
                  <c:v>1600</c:v>
                </c:pt>
                <c:pt idx="161">
                  <c:v>1610</c:v>
                </c:pt>
                <c:pt idx="162">
                  <c:v>1620</c:v>
                </c:pt>
                <c:pt idx="163">
                  <c:v>1630</c:v>
                </c:pt>
                <c:pt idx="164">
                  <c:v>1640</c:v>
                </c:pt>
                <c:pt idx="165">
                  <c:v>1650</c:v>
                </c:pt>
                <c:pt idx="166">
                  <c:v>1660</c:v>
                </c:pt>
                <c:pt idx="167">
                  <c:v>1670</c:v>
                </c:pt>
                <c:pt idx="168">
                  <c:v>1680</c:v>
                </c:pt>
                <c:pt idx="169">
                  <c:v>1690</c:v>
                </c:pt>
                <c:pt idx="170">
                  <c:v>1700</c:v>
                </c:pt>
                <c:pt idx="171">
                  <c:v>1710</c:v>
                </c:pt>
                <c:pt idx="172">
                  <c:v>1720</c:v>
                </c:pt>
                <c:pt idx="173">
                  <c:v>1730</c:v>
                </c:pt>
                <c:pt idx="174">
                  <c:v>1740</c:v>
                </c:pt>
                <c:pt idx="175">
                  <c:v>1750</c:v>
                </c:pt>
                <c:pt idx="176">
                  <c:v>1760</c:v>
                </c:pt>
                <c:pt idx="177">
                  <c:v>1770</c:v>
                </c:pt>
                <c:pt idx="178">
                  <c:v>1780</c:v>
                </c:pt>
                <c:pt idx="179">
                  <c:v>1790</c:v>
                </c:pt>
                <c:pt idx="180">
                  <c:v>1800</c:v>
                </c:pt>
                <c:pt idx="181">
                  <c:v>1810</c:v>
                </c:pt>
                <c:pt idx="182">
                  <c:v>1820</c:v>
                </c:pt>
                <c:pt idx="183">
                  <c:v>1830</c:v>
                </c:pt>
                <c:pt idx="184">
                  <c:v>1840</c:v>
                </c:pt>
                <c:pt idx="185">
                  <c:v>1850</c:v>
                </c:pt>
                <c:pt idx="186">
                  <c:v>1860</c:v>
                </c:pt>
                <c:pt idx="187">
                  <c:v>1870</c:v>
                </c:pt>
                <c:pt idx="188">
                  <c:v>1880</c:v>
                </c:pt>
                <c:pt idx="189">
                  <c:v>1890</c:v>
                </c:pt>
                <c:pt idx="190">
                  <c:v>1900</c:v>
                </c:pt>
                <c:pt idx="191">
                  <c:v>1910</c:v>
                </c:pt>
                <c:pt idx="192">
                  <c:v>1920</c:v>
                </c:pt>
                <c:pt idx="193">
                  <c:v>1930</c:v>
                </c:pt>
                <c:pt idx="194">
                  <c:v>1940</c:v>
                </c:pt>
                <c:pt idx="195">
                  <c:v>1950</c:v>
                </c:pt>
                <c:pt idx="196">
                  <c:v>1960</c:v>
                </c:pt>
                <c:pt idx="197">
                  <c:v>1970</c:v>
                </c:pt>
                <c:pt idx="198">
                  <c:v>1980</c:v>
                </c:pt>
                <c:pt idx="199">
                  <c:v>1990</c:v>
                </c:pt>
                <c:pt idx="200">
                  <c:v>2000</c:v>
                </c:pt>
                <c:pt idx="201">
                  <c:v>2010</c:v>
                </c:pt>
                <c:pt idx="202">
                  <c:v>2020</c:v>
                </c:pt>
                <c:pt idx="203">
                  <c:v>2030</c:v>
                </c:pt>
                <c:pt idx="204">
                  <c:v>2040</c:v>
                </c:pt>
                <c:pt idx="205">
                  <c:v>2050</c:v>
                </c:pt>
                <c:pt idx="206">
                  <c:v>2060</c:v>
                </c:pt>
                <c:pt idx="207">
                  <c:v>2070</c:v>
                </c:pt>
                <c:pt idx="208">
                  <c:v>2080</c:v>
                </c:pt>
                <c:pt idx="209">
                  <c:v>2090</c:v>
                </c:pt>
                <c:pt idx="210">
                  <c:v>2100</c:v>
                </c:pt>
                <c:pt idx="211">
                  <c:v>2110</c:v>
                </c:pt>
                <c:pt idx="212">
                  <c:v>2120</c:v>
                </c:pt>
                <c:pt idx="213">
                  <c:v>2130</c:v>
                </c:pt>
                <c:pt idx="214">
                  <c:v>2140</c:v>
                </c:pt>
                <c:pt idx="215">
                  <c:v>2150</c:v>
                </c:pt>
                <c:pt idx="216">
                  <c:v>2160</c:v>
                </c:pt>
                <c:pt idx="217">
                  <c:v>2170</c:v>
                </c:pt>
                <c:pt idx="218">
                  <c:v>2180</c:v>
                </c:pt>
                <c:pt idx="219">
                  <c:v>2190</c:v>
                </c:pt>
                <c:pt idx="220">
                  <c:v>2200</c:v>
                </c:pt>
                <c:pt idx="221">
                  <c:v>2210</c:v>
                </c:pt>
                <c:pt idx="222">
                  <c:v>2220</c:v>
                </c:pt>
                <c:pt idx="223">
                  <c:v>2230</c:v>
                </c:pt>
                <c:pt idx="224">
                  <c:v>2240</c:v>
                </c:pt>
                <c:pt idx="225">
                  <c:v>2250</c:v>
                </c:pt>
                <c:pt idx="226">
                  <c:v>2260</c:v>
                </c:pt>
                <c:pt idx="227">
                  <c:v>2270</c:v>
                </c:pt>
                <c:pt idx="228">
                  <c:v>2280</c:v>
                </c:pt>
                <c:pt idx="229">
                  <c:v>2290</c:v>
                </c:pt>
                <c:pt idx="230">
                  <c:v>2300</c:v>
                </c:pt>
                <c:pt idx="231">
                  <c:v>2310</c:v>
                </c:pt>
                <c:pt idx="232">
                  <c:v>2320</c:v>
                </c:pt>
                <c:pt idx="233">
                  <c:v>2330</c:v>
                </c:pt>
                <c:pt idx="234">
                  <c:v>2340</c:v>
                </c:pt>
                <c:pt idx="235">
                  <c:v>2350</c:v>
                </c:pt>
                <c:pt idx="236">
                  <c:v>2360</c:v>
                </c:pt>
                <c:pt idx="237">
                  <c:v>2370</c:v>
                </c:pt>
                <c:pt idx="238">
                  <c:v>2380</c:v>
                </c:pt>
                <c:pt idx="239">
                  <c:v>2390</c:v>
                </c:pt>
                <c:pt idx="240">
                  <c:v>2400</c:v>
                </c:pt>
                <c:pt idx="241">
                  <c:v>2410</c:v>
                </c:pt>
                <c:pt idx="242">
                  <c:v>2420</c:v>
                </c:pt>
                <c:pt idx="243">
                  <c:v>2430</c:v>
                </c:pt>
                <c:pt idx="244">
                  <c:v>2440</c:v>
                </c:pt>
                <c:pt idx="245">
                  <c:v>2450</c:v>
                </c:pt>
                <c:pt idx="246">
                  <c:v>2460</c:v>
                </c:pt>
                <c:pt idx="247">
                  <c:v>2470</c:v>
                </c:pt>
                <c:pt idx="248">
                  <c:v>2480</c:v>
                </c:pt>
                <c:pt idx="249">
                  <c:v>2490</c:v>
                </c:pt>
                <c:pt idx="250">
                  <c:v>2500</c:v>
                </c:pt>
                <c:pt idx="251">
                  <c:v>2510</c:v>
                </c:pt>
                <c:pt idx="252">
                  <c:v>2520</c:v>
                </c:pt>
                <c:pt idx="253">
                  <c:v>2530</c:v>
                </c:pt>
                <c:pt idx="254">
                  <c:v>2540</c:v>
                </c:pt>
                <c:pt idx="255">
                  <c:v>2550</c:v>
                </c:pt>
                <c:pt idx="256">
                  <c:v>2560</c:v>
                </c:pt>
                <c:pt idx="257">
                  <c:v>2570</c:v>
                </c:pt>
                <c:pt idx="258">
                  <c:v>2580</c:v>
                </c:pt>
                <c:pt idx="259">
                  <c:v>2590</c:v>
                </c:pt>
                <c:pt idx="260">
                  <c:v>2600</c:v>
                </c:pt>
                <c:pt idx="261">
                  <c:v>2610</c:v>
                </c:pt>
                <c:pt idx="262">
                  <c:v>2620</c:v>
                </c:pt>
                <c:pt idx="263">
                  <c:v>2630</c:v>
                </c:pt>
                <c:pt idx="264">
                  <c:v>2640</c:v>
                </c:pt>
                <c:pt idx="265">
                  <c:v>2650</c:v>
                </c:pt>
                <c:pt idx="266">
                  <c:v>2660</c:v>
                </c:pt>
                <c:pt idx="267">
                  <c:v>2670</c:v>
                </c:pt>
                <c:pt idx="268">
                  <c:v>2680</c:v>
                </c:pt>
                <c:pt idx="269">
                  <c:v>2690</c:v>
                </c:pt>
                <c:pt idx="270">
                  <c:v>2700</c:v>
                </c:pt>
                <c:pt idx="271">
                  <c:v>2710</c:v>
                </c:pt>
                <c:pt idx="272">
                  <c:v>2720</c:v>
                </c:pt>
                <c:pt idx="273">
                  <c:v>2730</c:v>
                </c:pt>
                <c:pt idx="274">
                  <c:v>2740</c:v>
                </c:pt>
                <c:pt idx="275">
                  <c:v>2750</c:v>
                </c:pt>
                <c:pt idx="276">
                  <c:v>2760</c:v>
                </c:pt>
                <c:pt idx="277">
                  <c:v>2770</c:v>
                </c:pt>
                <c:pt idx="278">
                  <c:v>2780</c:v>
                </c:pt>
                <c:pt idx="279">
                  <c:v>2790</c:v>
                </c:pt>
                <c:pt idx="280">
                  <c:v>2800</c:v>
                </c:pt>
                <c:pt idx="281">
                  <c:v>2810</c:v>
                </c:pt>
                <c:pt idx="282">
                  <c:v>2820</c:v>
                </c:pt>
                <c:pt idx="283">
                  <c:v>2830</c:v>
                </c:pt>
                <c:pt idx="284">
                  <c:v>2840</c:v>
                </c:pt>
                <c:pt idx="285">
                  <c:v>2850</c:v>
                </c:pt>
                <c:pt idx="286">
                  <c:v>2860</c:v>
                </c:pt>
                <c:pt idx="287">
                  <c:v>2870</c:v>
                </c:pt>
                <c:pt idx="288">
                  <c:v>2880</c:v>
                </c:pt>
                <c:pt idx="289">
                  <c:v>2890</c:v>
                </c:pt>
                <c:pt idx="290">
                  <c:v>2900</c:v>
                </c:pt>
                <c:pt idx="291">
                  <c:v>2910</c:v>
                </c:pt>
                <c:pt idx="292">
                  <c:v>2920</c:v>
                </c:pt>
                <c:pt idx="293">
                  <c:v>2930</c:v>
                </c:pt>
                <c:pt idx="294">
                  <c:v>2940</c:v>
                </c:pt>
                <c:pt idx="295">
                  <c:v>2950</c:v>
                </c:pt>
                <c:pt idx="296">
                  <c:v>2960</c:v>
                </c:pt>
                <c:pt idx="297">
                  <c:v>2970</c:v>
                </c:pt>
                <c:pt idx="298">
                  <c:v>2980</c:v>
                </c:pt>
                <c:pt idx="299">
                  <c:v>2990</c:v>
                </c:pt>
                <c:pt idx="300">
                  <c:v>3000</c:v>
                </c:pt>
                <c:pt idx="301">
                  <c:v>3010</c:v>
                </c:pt>
                <c:pt idx="302">
                  <c:v>3020</c:v>
                </c:pt>
                <c:pt idx="303">
                  <c:v>3030</c:v>
                </c:pt>
                <c:pt idx="304">
                  <c:v>3040</c:v>
                </c:pt>
                <c:pt idx="305">
                  <c:v>3050</c:v>
                </c:pt>
                <c:pt idx="306">
                  <c:v>3060</c:v>
                </c:pt>
                <c:pt idx="307">
                  <c:v>3070</c:v>
                </c:pt>
                <c:pt idx="308">
                  <c:v>3080</c:v>
                </c:pt>
                <c:pt idx="309">
                  <c:v>3090</c:v>
                </c:pt>
                <c:pt idx="310">
                  <c:v>3100</c:v>
                </c:pt>
                <c:pt idx="311">
                  <c:v>3110</c:v>
                </c:pt>
                <c:pt idx="312">
                  <c:v>3120</c:v>
                </c:pt>
                <c:pt idx="313">
                  <c:v>3130</c:v>
                </c:pt>
                <c:pt idx="314">
                  <c:v>3140</c:v>
                </c:pt>
                <c:pt idx="315">
                  <c:v>3150</c:v>
                </c:pt>
                <c:pt idx="316">
                  <c:v>3160</c:v>
                </c:pt>
                <c:pt idx="317">
                  <c:v>3170</c:v>
                </c:pt>
                <c:pt idx="318">
                  <c:v>3180</c:v>
                </c:pt>
                <c:pt idx="319">
                  <c:v>3190</c:v>
                </c:pt>
                <c:pt idx="320">
                  <c:v>3200</c:v>
                </c:pt>
                <c:pt idx="321">
                  <c:v>3210</c:v>
                </c:pt>
                <c:pt idx="322">
                  <c:v>3220</c:v>
                </c:pt>
                <c:pt idx="323">
                  <c:v>3230</c:v>
                </c:pt>
                <c:pt idx="324">
                  <c:v>3240</c:v>
                </c:pt>
                <c:pt idx="325">
                  <c:v>3250</c:v>
                </c:pt>
                <c:pt idx="326">
                  <c:v>3260</c:v>
                </c:pt>
                <c:pt idx="327">
                  <c:v>3270</c:v>
                </c:pt>
                <c:pt idx="328">
                  <c:v>3280</c:v>
                </c:pt>
                <c:pt idx="329">
                  <c:v>3290</c:v>
                </c:pt>
                <c:pt idx="330">
                  <c:v>3300</c:v>
                </c:pt>
                <c:pt idx="331">
                  <c:v>3310</c:v>
                </c:pt>
                <c:pt idx="332">
                  <c:v>3320</c:v>
                </c:pt>
                <c:pt idx="333">
                  <c:v>3330</c:v>
                </c:pt>
                <c:pt idx="334">
                  <c:v>3340</c:v>
                </c:pt>
                <c:pt idx="335">
                  <c:v>3350</c:v>
                </c:pt>
                <c:pt idx="336">
                  <c:v>3360</c:v>
                </c:pt>
                <c:pt idx="337">
                  <c:v>3370</c:v>
                </c:pt>
                <c:pt idx="338">
                  <c:v>3380</c:v>
                </c:pt>
                <c:pt idx="339">
                  <c:v>3390</c:v>
                </c:pt>
                <c:pt idx="340">
                  <c:v>3400</c:v>
                </c:pt>
                <c:pt idx="341">
                  <c:v>3410</c:v>
                </c:pt>
                <c:pt idx="342">
                  <c:v>3420</c:v>
                </c:pt>
                <c:pt idx="343">
                  <c:v>3430</c:v>
                </c:pt>
                <c:pt idx="344">
                  <c:v>3440</c:v>
                </c:pt>
                <c:pt idx="345">
                  <c:v>3450</c:v>
                </c:pt>
                <c:pt idx="346">
                  <c:v>3460</c:v>
                </c:pt>
                <c:pt idx="347">
                  <c:v>3470</c:v>
                </c:pt>
                <c:pt idx="348">
                  <c:v>3480</c:v>
                </c:pt>
                <c:pt idx="349">
                  <c:v>3490</c:v>
                </c:pt>
                <c:pt idx="350">
                  <c:v>3500</c:v>
                </c:pt>
                <c:pt idx="351">
                  <c:v>3510</c:v>
                </c:pt>
                <c:pt idx="352">
                  <c:v>3520</c:v>
                </c:pt>
                <c:pt idx="353">
                  <c:v>3530</c:v>
                </c:pt>
                <c:pt idx="354">
                  <c:v>3540</c:v>
                </c:pt>
                <c:pt idx="355">
                  <c:v>3550</c:v>
                </c:pt>
                <c:pt idx="356">
                  <c:v>3560</c:v>
                </c:pt>
                <c:pt idx="357">
                  <c:v>3570</c:v>
                </c:pt>
                <c:pt idx="358">
                  <c:v>3580</c:v>
                </c:pt>
                <c:pt idx="359">
                  <c:v>3590</c:v>
                </c:pt>
                <c:pt idx="360">
                  <c:v>3600</c:v>
                </c:pt>
                <c:pt idx="361">
                  <c:v>3610</c:v>
                </c:pt>
                <c:pt idx="362">
                  <c:v>3620</c:v>
                </c:pt>
                <c:pt idx="363">
                  <c:v>3630</c:v>
                </c:pt>
                <c:pt idx="364">
                  <c:v>3640</c:v>
                </c:pt>
                <c:pt idx="365">
                  <c:v>3650</c:v>
                </c:pt>
                <c:pt idx="366">
                  <c:v>3660</c:v>
                </c:pt>
                <c:pt idx="367">
                  <c:v>3670</c:v>
                </c:pt>
                <c:pt idx="368">
                  <c:v>3680</c:v>
                </c:pt>
                <c:pt idx="369">
                  <c:v>3690</c:v>
                </c:pt>
                <c:pt idx="370">
                  <c:v>3700</c:v>
                </c:pt>
                <c:pt idx="371">
                  <c:v>3710</c:v>
                </c:pt>
                <c:pt idx="372">
                  <c:v>3720</c:v>
                </c:pt>
                <c:pt idx="373">
                  <c:v>3730</c:v>
                </c:pt>
                <c:pt idx="374">
                  <c:v>3740</c:v>
                </c:pt>
                <c:pt idx="375">
                  <c:v>3750</c:v>
                </c:pt>
                <c:pt idx="376">
                  <c:v>3760</c:v>
                </c:pt>
                <c:pt idx="377">
                  <c:v>3770</c:v>
                </c:pt>
                <c:pt idx="378">
                  <c:v>3780</c:v>
                </c:pt>
                <c:pt idx="379">
                  <c:v>3790</c:v>
                </c:pt>
                <c:pt idx="380">
                  <c:v>3800</c:v>
                </c:pt>
                <c:pt idx="381">
                  <c:v>3810</c:v>
                </c:pt>
                <c:pt idx="382">
                  <c:v>3820</c:v>
                </c:pt>
                <c:pt idx="383">
                  <c:v>3830</c:v>
                </c:pt>
                <c:pt idx="384">
                  <c:v>3840</c:v>
                </c:pt>
                <c:pt idx="385">
                  <c:v>3850</c:v>
                </c:pt>
                <c:pt idx="386">
                  <c:v>3860</c:v>
                </c:pt>
                <c:pt idx="387">
                  <c:v>3870</c:v>
                </c:pt>
                <c:pt idx="388">
                  <c:v>3880</c:v>
                </c:pt>
                <c:pt idx="389">
                  <c:v>3890</c:v>
                </c:pt>
                <c:pt idx="390">
                  <c:v>3900</c:v>
                </c:pt>
                <c:pt idx="391">
                  <c:v>3910</c:v>
                </c:pt>
                <c:pt idx="392">
                  <c:v>3920</c:v>
                </c:pt>
                <c:pt idx="393">
                  <c:v>3930</c:v>
                </c:pt>
                <c:pt idx="394">
                  <c:v>3940</c:v>
                </c:pt>
                <c:pt idx="395">
                  <c:v>3950</c:v>
                </c:pt>
                <c:pt idx="396">
                  <c:v>3960</c:v>
                </c:pt>
                <c:pt idx="397">
                  <c:v>3970</c:v>
                </c:pt>
                <c:pt idx="398">
                  <c:v>3980</c:v>
                </c:pt>
                <c:pt idx="399">
                  <c:v>3990</c:v>
                </c:pt>
                <c:pt idx="400">
                  <c:v>4000</c:v>
                </c:pt>
                <c:pt idx="401">
                  <c:v>4010</c:v>
                </c:pt>
                <c:pt idx="402">
                  <c:v>4020</c:v>
                </c:pt>
                <c:pt idx="403">
                  <c:v>4030</c:v>
                </c:pt>
                <c:pt idx="404">
                  <c:v>4040</c:v>
                </c:pt>
                <c:pt idx="405">
                  <c:v>4050</c:v>
                </c:pt>
                <c:pt idx="406">
                  <c:v>4060</c:v>
                </c:pt>
                <c:pt idx="407">
                  <c:v>4070</c:v>
                </c:pt>
                <c:pt idx="408">
                  <c:v>4080</c:v>
                </c:pt>
                <c:pt idx="409">
                  <c:v>4090</c:v>
                </c:pt>
                <c:pt idx="410">
                  <c:v>4100</c:v>
                </c:pt>
                <c:pt idx="411">
                  <c:v>4110</c:v>
                </c:pt>
                <c:pt idx="412">
                  <c:v>4120</c:v>
                </c:pt>
                <c:pt idx="413">
                  <c:v>4130</c:v>
                </c:pt>
                <c:pt idx="414">
                  <c:v>4140</c:v>
                </c:pt>
                <c:pt idx="415">
                  <c:v>4150</c:v>
                </c:pt>
                <c:pt idx="416">
                  <c:v>4160</c:v>
                </c:pt>
                <c:pt idx="417">
                  <c:v>4170</c:v>
                </c:pt>
                <c:pt idx="418">
                  <c:v>4180</c:v>
                </c:pt>
                <c:pt idx="419">
                  <c:v>4190</c:v>
                </c:pt>
                <c:pt idx="420">
                  <c:v>4200</c:v>
                </c:pt>
                <c:pt idx="421">
                  <c:v>4210</c:v>
                </c:pt>
                <c:pt idx="422">
                  <c:v>4220</c:v>
                </c:pt>
                <c:pt idx="423">
                  <c:v>4230</c:v>
                </c:pt>
                <c:pt idx="424">
                  <c:v>4240</c:v>
                </c:pt>
                <c:pt idx="425">
                  <c:v>4250</c:v>
                </c:pt>
                <c:pt idx="426">
                  <c:v>4260</c:v>
                </c:pt>
                <c:pt idx="427">
                  <c:v>4270</c:v>
                </c:pt>
                <c:pt idx="428">
                  <c:v>4280</c:v>
                </c:pt>
                <c:pt idx="429">
                  <c:v>4290</c:v>
                </c:pt>
                <c:pt idx="430">
                  <c:v>4300</c:v>
                </c:pt>
                <c:pt idx="431">
                  <c:v>4310</c:v>
                </c:pt>
                <c:pt idx="432">
                  <c:v>4320</c:v>
                </c:pt>
                <c:pt idx="433">
                  <c:v>4330</c:v>
                </c:pt>
                <c:pt idx="434">
                  <c:v>4340</c:v>
                </c:pt>
                <c:pt idx="435">
                  <c:v>4350</c:v>
                </c:pt>
                <c:pt idx="436">
                  <c:v>4360</c:v>
                </c:pt>
                <c:pt idx="437">
                  <c:v>4370</c:v>
                </c:pt>
                <c:pt idx="438">
                  <c:v>4380</c:v>
                </c:pt>
                <c:pt idx="439">
                  <c:v>4390</c:v>
                </c:pt>
                <c:pt idx="440">
                  <c:v>4400</c:v>
                </c:pt>
                <c:pt idx="441">
                  <c:v>4410</c:v>
                </c:pt>
                <c:pt idx="442">
                  <c:v>4420</c:v>
                </c:pt>
                <c:pt idx="443">
                  <c:v>4430</c:v>
                </c:pt>
                <c:pt idx="444">
                  <c:v>4440</c:v>
                </c:pt>
                <c:pt idx="445">
                  <c:v>4450</c:v>
                </c:pt>
                <c:pt idx="446">
                  <c:v>4460</c:v>
                </c:pt>
                <c:pt idx="447">
                  <c:v>4470</c:v>
                </c:pt>
                <c:pt idx="448">
                  <c:v>4480</c:v>
                </c:pt>
                <c:pt idx="449">
                  <c:v>4490</c:v>
                </c:pt>
                <c:pt idx="450">
                  <c:v>4500</c:v>
                </c:pt>
                <c:pt idx="451">
                  <c:v>4510</c:v>
                </c:pt>
                <c:pt idx="452">
                  <c:v>4520</c:v>
                </c:pt>
                <c:pt idx="453">
                  <c:v>4530</c:v>
                </c:pt>
                <c:pt idx="454">
                  <c:v>4540</c:v>
                </c:pt>
                <c:pt idx="455">
                  <c:v>4550</c:v>
                </c:pt>
                <c:pt idx="456">
                  <c:v>4560</c:v>
                </c:pt>
                <c:pt idx="457">
                  <c:v>4570</c:v>
                </c:pt>
                <c:pt idx="458">
                  <c:v>4580</c:v>
                </c:pt>
                <c:pt idx="459">
                  <c:v>4590</c:v>
                </c:pt>
                <c:pt idx="460">
                  <c:v>4600</c:v>
                </c:pt>
                <c:pt idx="461">
                  <c:v>4610</c:v>
                </c:pt>
                <c:pt idx="462">
                  <c:v>4620</c:v>
                </c:pt>
                <c:pt idx="463">
                  <c:v>4630</c:v>
                </c:pt>
                <c:pt idx="464">
                  <c:v>4640</c:v>
                </c:pt>
                <c:pt idx="465">
                  <c:v>4650</c:v>
                </c:pt>
                <c:pt idx="466">
                  <c:v>4660</c:v>
                </c:pt>
                <c:pt idx="467">
                  <c:v>4670</c:v>
                </c:pt>
                <c:pt idx="468">
                  <c:v>4680</c:v>
                </c:pt>
                <c:pt idx="469">
                  <c:v>4690</c:v>
                </c:pt>
                <c:pt idx="470">
                  <c:v>4700</c:v>
                </c:pt>
                <c:pt idx="471">
                  <c:v>4710</c:v>
                </c:pt>
                <c:pt idx="472">
                  <c:v>4720</c:v>
                </c:pt>
                <c:pt idx="473">
                  <c:v>4730</c:v>
                </c:pt>
                <c:pt idx="474">
                  <c:v>4740</c:v>
                </c:pt>
                <c:pt idx="475">
                  <c:v>4750</c:v>
                </c:pt>
                <c:pt idx="476">
                  <c:v>4760</c:v>
                </c:pt>
                <c:pt idx="477">
                  <c:v>4770</c:v>
                </c:pt>
                <c:pt idx="478">
                  <c:v>4780</c:v>
                </c:pt>
                <c:pt idx="479">
                  <c:v>4790</c:v>
                </c:pt>
                <c:pt idx="480">
                  <c:v>4800</c:v>
                </c:pt>
                <c:pt idx="481">
                  <c:v>4810</c:v>
                </c:pt>
                <c:pt idx="482">
                  <c:v>4820</c:v>
                </c:pt>
                <c:pt idx="483">
                  <c:v>4830</c:v>
                </c:pt>
                <c:pt idx="484">
                  <c:v>4840</c:v>
                </c:pt>
                <c:pt idx="485">
                  <c:v>4850</c:v>
                </c:pt>
                <c:pt idx="486">
                  <c:v>4860</c:v>
                </c:pt>
                <c:pt idx="487">
                  <c:v>4870</c:v>
                </c:pt>
                <c:pt idx="488">
                  <c:v>4880</c:v>
                </c:pt>
                <c:pt idx="489">
                  <c:v>4890</c:v>
                </c:pt>
                <c:pt idx="490">
                  <c:v>4900</c:v>
                </c:pt>
                <c:pt idx="491">
                  <c:v>4910</c:v>
                </c:pt>
                <c:pt idx="492">
                  <c:v>4920</c:v>
                </c:pt>
                <c:pt idx="493">
                  <c:v>4930</c:v>
                </c:pt>
                <c:pt idx="494">
                  <c:v>4940</c:v>
                </c:pt>
                <c:pt idx="495">
                  <c:v>4950</c:v>
                </c:pt>
                <c:pt idx="496">
                  <c:v>4960</c:v>
                </c:pt>
                <c:pt idx="497">
                  <c:v>4970</c:v>
                </c:pt>
                <c:pt idx="498">
                  <c:v>4980</c:v>
                </c:pt>
                <c:pt idx="499">
                  <c:v>4990</c:v>
                </c:pt>
                <c:pt idx="500">
                  <c:v>5000</c:v>
                </c:pt>
                <c:pt idx="501">
                  <c:v>5010</c:v>
                </c:pt>
                <c:pt idx="502">
                  <c:v>5020</c:v>
                </c:pt>
                <c:pt idx="503">
                  <c:v>5030</c:v>
                </c:pt>
                <c:pt idx="504">
                  <c:v>5040</c:v>
                </c:pt>
                <c:pt idx="505">
                  <c:v>5050</c:v>
                </c:pt>
                <c:pt idx="506">
                  <c:v>5060</c:v>
                </c:pt>
                <c:pt idx="507">
                  <c:v>5070</c:v>
                </c:pt>
                <c:pt idx="508">
                  <c:v>5080</c:v>
                </c:pt>
                <c:pt idx="509">
                  <c:v>5090</c:v>
                </c:pt>
                <c:pt idx="510">
                  <c:v>5100</c:v>
                </c:pt>
                <c:pt idx="511">
                  <c:v>5110</c:v>
                </c:pt>
                <c:pt idx="512">
                  <c:v>5120</c:v>
                </c:pt>
                <c:pt idx="513">
                  <c:v>5130</c:v>
                </c:pt>
                <c:pt idx="514">
                  <c:v>5140</c:v>
                </c:pt>
                <c:pt idx="515">
                  <c:v>5150</c:v>
                </c:pt>
                <c:pt idx="516">
                  <c:v>5160</c:v>
                </c:pt>
                <c:pt idx="517">
                  <c:v>5170</c:v>
                </c:pt>
                <c:pt idx="518">
                  <c:v>5180</c:v>
                </c:pt>
                <c:pt idx="519">
                  <c:v>5190</c:v>
                </c:pt>
                <c:pt idx="520">
                  <c:v>5200</c:v>
                </c:pt>
                <c:pt idx="521">
                  <c:v>5210</c:v>
                </c:pt>
                <c:pt idx="522">
                  <c:v>5220</c:v>
                </c:pt>
                <c:pt idx="523">
                  <c:v>5230</c:v>
                </c:pt>
                <c:pt idx="524">
                  <c:v>5240</c:v>
                </c:pt>
                <c:pt idx="525">
                  <c:v>5250</c:v>
                </c:pt>
                <c:pt idx="526">
                  <c:v>5260</c:v>
                </c:pt>
                <c:pt idx="527">
                  <c:v>5270</c:v>
                </c:pt>
                <c:pt idx="528">
                  <c:v>5280</c:v>
                </c:pt>
                <c:pt idx="529">
                  <c:v>5290</c:v>
                </c:pt>
                <c:pt idx="530">
                  <c:v>5300</c:v>
                </c:pt>
                <c:pt idx="531">
                  <c:v>5310</c:v>
                </c:pt>
                <c:pt idx="532">
                  <c:v>5320</c:v>
                </c:pt>
                <c:pt idx="533">
                  <c:v>5330</c:v>
                </c:pt>
                <c:pt idx="534">
                  <c:v>5340</c:v>
                </c:pt>
                <c:pt idx="535">
                  <c:v>5350</c:v>
                </c:pt>
                <c:pt idx="536">
                  <c:v>5360</c:v>
                </c:pt>
                <c:pt idx="537">
                  <c:v>5370</c:v>
                </c:pt>
                <c:pt idx="538">
                  <c:v>5380</c:v>
                </c:pt>
                <c:pt idx="539">
                  <c:v>5390</c:v>
                </c:pt>
                <c:pt idx="540">
                  <c:v>5400</c:v>
                </c:pt>
                <c:pt idx="541">
                  <c:v>5410</c:v>
                </c:pt>
                <c:pt idx="542">
                  <c:v>5420</c:v>
                </c:pt>
                <c:pt idx="543">
                  <c:v>5430</c:v>
                </c:pt>
                <c:pt idx="544">
                  <c:v>5440</c:v>
                </c:pt>
                <c:pt idx="545">
                  <c:v>5450</c:v>
                </c:pt>
                <c:pt idx="546">
                  <c:v>5460</c:v>
                </c:pt>
                <c:pt idx="547">
                  <c:v>5470</c:v>
                </c:pt>
                <c:pt idx="548">
                  <c:v>5480</c:v>
                </c:pt>
                <c:pt idx="549">
                  <c:v>5490</c:v>
                </c:pt>
                <c:pt idx="550">
                  <c:v>5500</c:v>
                </c:pt>
                <c:pt idx="551">
                  <c:v>5510</c:v>
                </c:pt>
                <c:pt idx="552">
                  <c:v>5520</c:v>
                </c:pt>
                <c:pt idx="553">
                  <c:v>5530</c:v>
                </c:pt>
                <c:pt idx="554">
                  <c:v>5540</c:v>
                </c:pt>
                <c:pt idx="555">
                  <c:v>5550</c:v>
                </c:pt>
                <c:pt idx="556">
                  <c:v>5560</c:v>
                </c:pt>
                <c:pt idx="557">
                  <c:v>5570</c:v>
                </c:pt>
                <c:pt idx="558">
                  <c:v>5580</c:v>
                </c:pt>
                <c:pt idx="559">
                  <c:v>5590</c:v>
                </c:pt>
                <c:pt idx="560">
                  <c:v>5600</c:v>
                </c:pt>
                <c:pt idx="561">
                  <c:v>5610</c:v>
                </c:pt>
                <c:pt idx="562">
                  <c:v>5620</c:v>
                </c:pt>
                <c:pt idx="563">
                  <c:v>5630</c:v>
                </c:pt>
                <c:pt idx="564">
                  <c:v>5640</c:v>
                </c:pt>
                <c:pt idx="565">
                  <c:v>5650</c:v>
                </c:pt>
                <c:pt idx="566">
                  <c:v>5660</c:v>
                </c:pt>
                <c:pt idx="567">
                  <c:v>5670</c:v>
                </c:pt>
                <c:pt idx="568">
                  <c:v>5680</c:v>
                </c:pt>
                <c:pt idx="569">
                  <c:v>5690</c:v>
                </c:pt>
                <c:pt idx="570">
                  <c:v>5700</c:v>
                </c:pt>
                <c:pt idx="571">
                  <c:v>5710</c:v>
                </c:pt>
                <c:pt idx="572">
                  <c:v>5720</c:v>
                </c:pt>
                <c:pt idx="573">
                  <c:v>5730</c:v>
                </c:pt>
                <c:pt idx="574">
                  <c:v>5740</c:v>
                </c:pt>
                <c:pt idx="575">
                  <c:v>5750</c:v>
                </c:pt>
                <c:pt idx="576">
                  <c:v>5760</c:v>
                </c:pt>
                <c:pt idx="577">
                  <c:v>5770</c:v>
                </c:pt>
                <c:pt idx="578">
                  <c:v>5780</c:v>
                </c:pt>
                <c:pt idx="579">
                  <c:v>5790</c:v>
                </c:pt>
                <c:pt idx="580">
                  <c:v>5800</c:v>
                </c:pt>
                <c:pt idx="581">
                  <c:v>5810</c:v>
                </c:pt>
                <c:pt idx="582">
                  <c:v>5820</c:v>
                </c:pt>
                <c:pt idx="583">
                  <c:v>5830</c:v>
                </c:pt>
                <c:pt idx="584">
                  <c:v>5840</c:v>
                </c:pt>
                <c:pt idx="585">
                  <c:v>5850</c:v>
                </c:pt>
                <c:pt idx="586">
                  <c:v>5860</c:v>
                </c:pt>
                <c:pt idx="587">
                  <c:v>5870</c:v>
                </c:pt>
                <c:pt idx="588">
                  <c:v>5880</c:v>
                </c:pt>
                <c:pt idx="589">
                  <c:v>5890</c:v>
                </c:pt>
                <c:pt idx="590">
                  <c:v>5900</c:v>
                </c:pt>
                <c:pt idx="591">
                  <c:v>5910</c:v>
                </c:pt>
                <c:pt idx="592">
                  <c:v>5920</c:v>
                </c:pt>
                <c:pt idx="593">
                  <c:v>5930</c:v>
                </c:pt>
                <c:pt idx="594">
                  <c:v>5940</c:v>
                </c:pt>
                <c:pt idx="595">
                  <c:v>5950</c:v>
                </c:pt>
                <c:pt idx="596">
                  <c:v>5960</c:v>
                </c:pt>
                <c:pt idx="597">
                  <c:v>5970</c:v>
                </c:pt>
                <c:pt idx="598">
                  <c:v>5980</c:v>
                </c:pt>
                <c:pt idx="599">
                  <c:v>5990</c:v>
                </c:pt>
                <c:pt idx="600">
                  <c:v>6000</c:v>
                </c:pt>
                <c:pt idx="601">
                  <c:v>6010</c:v>
                </c:pt>
                <c:pt idx="602">
                  <c:v>6020</c:v>
                </c:pt>
                <c:pt idx="603">
                  <c:v>6030</c:v>
                </c:pt>
                <c:pt idx="604">
                  <c:v>6040</c:v>
                </c:pt>
                <c:pt idx="605">
                  <c:v>6050</c:v>
                </c:pt>
                <c:pt idx="606">
                  <c:v>6060</c:v>
                </c:pt>
                <c:pt idx="607">
                  <c:v>6070</c:v>
                </c:pt>
                <c:pt idx="608">
                  <c:v>6080</c:v>
                </c:pt>
                <c:pt idx="609">
                  <c:v>6090</c:v>
                </c:pt>
                <c:pt idx="610">
                  <c:v>6100</c:v>
                </c:pt>
                <c:pt idx="611">
                  <c:v>6110</c:v>
                </c:pt>
                <c:pt idx="612">
                  <c:v>6120</c:v>
                </c:pt>
                <c:pt idx="613">
                  <c:v>6130</c:v>
                </c:pt>
                <c:pt idx="614">
                  <c:v>6140</c:v>
                </c:pt>
                <c:pt idx="615">
                  <c:v>6150</c:v>
                </c:pt>
                <c:pt idx="616">
                  <c:v>6160</c:v>
                </c:pt>
                <c:pt idx="617">
                  <c:v>6170</c:v>
                </c:pt>
                <c:pt idx="618">
                  <c:v>6180</c:v>
                </c:pt>
                <c:pt idx="619">
                  <c:v>6190</c:v>
                </c:pt>
                <c:pt idx="620">
                  <c:v>6200</c:v>
                </c:pt>
                <c:pt idx="621">
                  <c:v>6210</c:v>
                </c:pt>
                <c:pt idx="622">
                  <c:v>6220</c:v>
                </c:pt>
                <c:pt idx="623">
                  <c:v>6230</c:v>
                </c:pt>
                <c:pt idx="624">
                  <c:v>6240</c:v>
                </c:pt>
                <c:pt idx="625">
                  <c:v>6250</c:v>
                </c:pt>
                <c:pt idx="626">
                  <c:v>6260</c:v>
                </c:pt>
                <c:pt idx="627">
                  <c:v>6270</c:v>
                </c:pt>
                <c:pt idx="628">
                  <c:v>6280</c:v>
                </c:pt>
                <c:pt idx="629">
                  <c:v>6290</c:v>
                </c:pt>
                <c:pt idx="630">
                  <c:v>6300</c:v>
                </c:pt>
                <c:pt idx="631">
                  <c:v>6310</c:v>
                </c:pt>
                <c:pt idx="632">
                  <c:v>6320</c:v>
                </c:pt>
                <c:pt idx="633">
                  <c:v>6330</c:v>
                </c:pt>
                <c:pt idx="634">
                  <c:v>6340</c:v>
                </c:pt>
                <c:pt idx="635">
                  <c:v>6350</c:v>
                </c:pt>
                <c:pt idx="636">
                  <c:v>6360</c:v>
                </c:pt>
                <c:pt idx="637">
                  <c:v>6370</c:v>
                </c:pt>
                <c:pt idx="638">
                  <c:v>6380</c:v>
                </c:pt>
                <c:pt idx="639">
                  <c:v>6390</c:v>
                </c:pt>
                <c:pt idx="640">
                  <c:v>6400</c:v>
                </c:pt>
                <c:pt idx="641">
                  <c:v>6410</c:v>
                </c:pt>
                <c:pt idx="642">
                  <c:v>6420</c:v>
                </c:pt>
                <c:pt idx="643">
                  <c:v>6430</c:v>
                </c:pt>
                <c:pt idx="644">
                  <c:v>6440</c:v>
                </c:pt>
                <c:pt idx="645">
                  <c:v>6450</c:v>
                </c:pt>
                <c:pt idx="646">
                  <c:v>6460</c:v>
                </c:pt>
                <c:pt idx="647">
                  <c:v>6470</c:v>
                </c:pt>
                <c:pt idx="648">
                  <c:v>6480</c:v>
                </c:pt>
                <c:pt idx="649">
                  <c:v>6490</c:v>
                </c:pt>
                <c:pt idx="650">
                  <c:v>6500</c:v>
                </c:pt>
                <c:pt idx="651">
                  <c:v>6510</c:v>
                </c:pt>
                <c:pt idx="652">
                  <c:v>6520</c:v>
                </c:pt>
                <c:pt idx="653">
                  <c:v>6530</c:v>
                </c:pt>
                <c:pt idx="654">
                  <c:v>6540</c:v>
                </c:pt>
                <c:pt idx="655">
                  <c:v>6550</c:v>
                </c:pt>
                <c:pt idx="656">
                  <c:v>6560</c:v>
                </c:pt>
                <c:pt idx="657">
                  <c:v>6570</c:v>
                </c:pt>
                <c:pt idx="658">
                  <c:v>6580</c:v>
                </c:pt>
                <c:pt idx="659">
                  <c:v>6590</c:v>
                </c:pt>
                <c:pt idx="660">
                  <c:v>6600</c:v>
                </c:pt>
                <c:pt idx="661">
                  <c:v>6610</c:v>
                </c:pt>
                <c:pt idx="662">
                  <c:v>6620</c:v>
                </c:pt>
                <c:pt idx="663">
                  <c:v>6630</c:v>
                </c:pt>
                <c:pt idx="664">
                  <c:v>6640</c:v>
                </c:pt>
                <c:pt idx="665">
                  <c:v>6650</c:v>
                </c:pt>
                <c:pt idx="666">
                  <c:v>6660</c:v>
                </c:pt>
                <c:pt idx="667">
                  <c:v>6670</c:v>
                </c:pt>
                <c:pt idx="668">
                  <c:v>6680</c:v>
                </c:pt>
                <c:pt idx="669">
                  <c:v>6690</c:v>
                </c:pt>
                <c:pt idx="670">
                  <c:v>6700</c:v>
                </c:pt>
                <c:pt idx="671">
                  <c:v>6710</c:v>
                </c:pt>
                <c:pt idx="672">
                  <c:v>6720</c:v>
                </c:pt>
                <c:pt idx="673">
                  <c:v>6730</c:v>
                </c:pt>
                <c:pt idx="674">
                  <c:v>6740</c:v>
                </c:pt>
                <c:pt idx="675">
                  <c:v>6750</c:v>
                </c:pt>
                <c:pt idx="676">
                  <c:v>6760</c:v>
                </c:pt>
                <c:pt idx="677">
                  <c:v>6770</c:v>
                </c:pt>
                <c:pt idx="678">
                  <c:v>6780</c:v>
                </c:pt>
                <c:pt idx="679">
                  <c:v>6790</c:v>
                </c:pt>
                <c:pt idx="680">
                  <c:v>6800</c:v>
                </c:pt>
                <c:pt idx="681">
                  <c:v>6810</c:v>
                </c:pt>
                <c:pt idx="682">
                  <c:v>6820</c:v>
                </c:pt>
                <c:pt idx="683">
                  <c:v>6830</c:v>
                </c:pt>
                <c:pt idx="684">
                  <c:v>6840</c:v>
                </c:pt>
                <c:pt idx="685">
                  <c:v>6850</c:v>
                </c:pt>
                <c:pt idx="686">
                  <c:v>6860</c:v>
                </c:pt>
                <c:pt idx="687">
                  <c:v>6870</c:v>
                </c:pt>
                <c:pt idx="688">
                  <c:v>6880</c:v>
                </c:pt>
                <c:pt idx="689">
                  <c:v>6890</c:v>
                </c:pt>
                <c:pt idx="690">
                  <c:v>6900</c:v>
                </c:pt>
                <c:pt idx="691">
                  <c:v>6910</c:v>
                </c:pt>
                <c:pt idx="692">
                  <c:v>6920</c:v>
                </c:pt>
                <c:pt idx="693">
                  <c:v>6930</c:v>
                </c:pt>
                <c:pt idx="694">
                  <c:v>6940</c:v>
                </c:pt>
                <c:pt idx="695">
                  <c:v>6950</c:v>
                </c:pt>
                <c:pt idx="696">
                  <c:v>6960</c:v>
                </c:pt>
                <c:pt idx="697">
                  <c:v>6970</c:v>
                </c:pt>
                <c:pt idx="698">
                  <c:v>6980</c:v>
                </c:pt>
                <c:pt idx="699">
                  <c:v>6990</c:v>
                </c:pt>
                <c:pt idx="700">
                  <c:v>7000</c:v>
                </c:pt>
                <c:pt idx="701">
                  <c:v>7010</c:v>
                </c:pt>
                <c:pt idx="702">
                  <c:v>7020</c:v>
                </c:pt>
                <c:pt idx="703">
                  <c:v>7030</c:v>
                </c:pt>
                <c:pt idx="704">
                  <c:v>7040</c:v>
                </c:pt>
                <c:pt idx="705">
                  <c:v>7050</c:v>
                </c:pt>
                <c:pt idx="706">
                  <c:v>7060</c:v>
                </c:pt>
                <c:pt idx="707">
                  <c:v>7070</c:v>
                </c:pt>
                <c:pt idx="708">
                  <c:v>7080</c:v>
                </c:pt>
                <c:pt idx="709">
                  <c:v>7090</c:v>
                </c:pt>
                <c:pt idx="710">
                  <c:v>7100</c:v>
                </c:pt>
                <c:pt idx="711">
                  <c:v>7110</c:v>
                </c:pt>
                <c:pt idx="712">
                  <c:v>7120</c:v>
                </c:pt>
                <c:pt idx="713">
                  <c:v>7130</c:v>
                </c:pt>
                <c:pt idx="714">
                  <c:v>7140</c:v>
                </c:pt>
                <c:pt idx="715">
                  <c:v>7150</c:v>
                </c:pt>
                <c:pt idx="716">
                  <c:v>7160</c:v>
                </c:pt>
                <c:pt idx="717">
                  <c:v>7170</c:v>
                </c:pt>
                <c:pt idx="718">
                  <c:v>7180</c:v>
                </c:pt>
                <c:pt idx="719">
                  <c:v>7190</c:v>
                </c:pt>
                <c:pt idx="720">
                  <c:v>7200</c:v>
                </c:pt>
                <c:pt idx="721">
                  <c:v>7210</c:v>
                </c:pt>
                <c:pt idx="722">
                  <c:v>7220</c:v>
                </c:pt>
                <c:pt idx="723">
                  <c:v>7230</c:v>
                </c:pt>
                <c:pt idx="724">
                  <c:v>7240</c:v>
                </c:pt>
                <c:pt idx="725">
                  <c:v>7250</c:v>
                </c:pt>
                <c:pt idx="726">
                  <c:v>7260</c:v>
                </c:pt>
                <c:pt idx="727">
                  <c:v>7270</c:v>
                </c:pt>
                <c:pt idx="728">
                  <c:v>7280</c:v>
                </c:pt>
                <c:pt idx="729">
                  <c:v>7290</c:v>
                </c:pt>
                <c:pt idx="730">
                  <c:v>7300</c:v>
                </c:pt>
                <c:pt idx="731">
                  <c:v>7310</c:v>
                </c:pt>
                <c:pt idx="732">
                  <c:v>7320</c:v>
                </c:pt>
                <c:pt idx="733">
                  <c:v>7330</c:v>
                </c:pt>
                <c:pt idx="734">
                  <c:v>7340</c:v>
                </c:pt>
                <c:pt idx="735">
                  <c:v>7350</c:v>
                </c:pt>
                <c:pt idx="736">
                  <c:v>7360</c:v>
                </c:pt>
                <c:pt idx="737">
                  <c:v>7370</c:v>
                </c:pt>
                <c:pt idx="738">
                  <c:v>7380</c:v>
                </c:pt>
                <c:pt idx="739">
                  <c:v>7390</c:v>
                </c:pt>
                <c:pt idx="740">
                  <c:v>7400</c:v>
                </c:pt>
                <c:pt idx="741">
                  <c:v>7410</c:v>
                </c:pt>
                <c:pt idx="742">
                  <c:v>7420</c:v>
                </c:pt>
                <c:pt idx="743">
                  <c:v>7430</c:v>
                </c:pt>
                <c:pt idx="744">
                  <c:v>7440</c:v>
                </c:pt>
                <c:pt idx="745">
                  <c:v>7450</c:v>
                </c:pt>
                <c:pt idx="746">
                  <c:v>7460</c:v>
                </c:pt>
                <c:pt idx="747">
                  <c:v>7470</c:v>
                </c:pt>
                <c:pt idx="748">
                  <c:v>7480</c:v>
                </c:pt>
                <c:pt idx="749">
                  <c:v>7490</c:v>
                </c:pt>
                <c:pt idx="750">
                  <c:v>7500</c:v>
                </c:pt>
                <c:pt idx="751">
                  <c:v>7510</c:v>
                </c:pt>
                <c:pt idx="752">
                  <c:v>7520</c:v>
                </c:pt>
                <c:pt idx="753">
                  <c:v>7530</c:v>
                </c:pt>
                <c:pt idx="754">
                  <c:v>7540</c:v>
                </c:pt>
                <c:pt idx="755">
                  <c:v>7550</c:v>
                </c:pt>
                <c:pt idx="756">
                  <c:v>7560</c:v>
                </c:pt>
                <c:pt idx="757">
                  <c:v>7570</c:v>
                </c:pt>
                <c:pt idx="758">
                  <c:v>7580</c:v>
                </c:pt>
                <c:pt idx="759">
                  <c:v>7590</c:v>
                </c:pt>
                <c:pt idx="760">
                  <c:v>7600</c:v>
                </c:pt>
                <c:pt idx="761">
                  <c:v>7610</c:v>
                </c:pt>
                <c:pt idx="762">
                  <c:v>7620</c:v>
                </c:pt>
                <c:pt idx="763">
                  <c:v>7630</c:v>
                </c:pt>
                <c:pt idx="764">
                  <c:v>7640</c:v>
                </c:pt>
                <c:pt idx="765">
                  <c:v>7650</c:v>
                </c:pt>
                <c:pt idx="766">
                  <c:v>7660</c:v>
                </c:pt>
                <c:pt idx="767">
                  <c:v>7670</c:v>
                </c:pt>
                <c:pt idx="768">
                  <c:v>7680</c:v>
                </c:pt>
                <c:pt idx="769">
                  <c:v>7690</c:v>
                </c:pt>
                <c:pt idx="770">
                  <c:v>7700</c:v>
                </c:pt>
                <c:pt idx="771">
                  <c:v>7710</c:v>
                </c:pt>
                <c:pt idx="772">
                  <c:v>7720</c:v>
                </c:pt>
                <c:pt idx="773">
                  <c:v>7730</c:v>
                </c:pt>
                <c:pt idx="774">
                  <c:v>7740</c:v>
                </c:pt>
                <c:pt idx="775">
                  <c:v>7750</c:v>
                </c:pt>
                <c:pt idx="776">
                  <c:v>7760</c:v>
                </c:pt>
                <c:pt idx="777">
                  <c:v>7770</c:v>
                </c:pt>
                <c:pt idx="778">
                  <c:v>7780</c:v>
                </c:pt>
                <c:pt idx="779">
                  <c:v>7790</c:v>
                </c:pt>
                <c:pt idx="780">
                  <c:v>7800</c:v>
                </c:pt>
                <c:pt idx="781">
                  <c:v>7810</c:v>
                </c:pt>
                <c:pt idx="782">
                  <c:v>7820</c:v>
                </c:pt>
                <c:pt idx="783">
                  <c:v>7830</c:v>
                </c:pt>
                <c:pt idx="784">
                  <c:v>7840</c:v>
                </c:pt>
                <c:pt idx="785">
                  <c:v>7850</c:v>
                </c:pt>
                <c:pt idx="786">
                  <c:v>7860</c:v>
                </c:pt>
                <c:pt idx="787">
                  <c:v>7870</c:v>
                </c:pt>
                <c:pt idx="788">
                  <c:v>7880</c:v>
                </c:pt>
                <c:pt idx="789">
                  <c:v>7890</c:v>
                </c:pt>
                <c:pt idx="790">
                  <c:v>7900</c:v>
                </c:pt>
                <c:pt idx="791">
                  <c:v>7910</c:v>
                </c:pt>
                <c:pt idx="792">
                  <c:v>7920</c:v>
                </c:pt>
                <c:pt idx="793">
                  <c:v>7930</c:v>
                </c:pt>
                <c:pt idx="794">
                  <c:v>7940</c:v>
                </c:pt>
                <c:pt idx="795">
                  <c:v>7950</c:v>
                </c:pt>
                <c:pt idx="796">
                  <c:v>7960</c:v>
                </c:pt>
                <c:pt idx="797">
                  <c:v>7970</c:v>
                </c:pt>
                <c:pt idx="798">
                  <c:v>7980</c:v>
                </c:pt>
                <c:pt idx="799">
                  <c:v>7990</c:v>
                </c:pt>
                <c:pt idx="800">
                  <c:v>8000</c:v>
                </c:pt>
                <c:pt idx="801">
                  <c:v>8010</c:v>
                </c:pt>
                <c:pt idx="802">
                  <c:v>8020</c:v>
                </c:pt>
                <c:pt idx="803">
                  <c:v>8030</c:v>
                </c:pt>
                <c:pt idx="804">
                  <c:v>8040</c:v>
                </c:pt>
                <c:pt idx="805">
                  <c:v>8050</c:v>
                </c:pt>
                <c:pt idx="806">
                  <c:v>8060</c:v>
                </c:pt>
                <c:pt idx="807">
                  <c:v>8070</c:v>
                </c:pt>
                <c:pt idx="808">
                  <c:v>8080</c:v>
                </c:pt>
                <c:pt idx="809">
                  <c:v>8090</c:v>
                </c:pt>
                <c:pt idx="810">
                  <c:v>8100</c:v>
                </c:pt>
                <c:pt idx="811">
                  <c:v>8110</c:v>
                </c:pt>
                <c:pt idx="812">
                  <c:v>8120</c:v>
                </c:pt>
                <c:pt idx="813">
                  <c:v>8130</c:v>
                </c:pt>
                <c:pt idx="814">
                  <c:v>8140</c:v>
                </c:pt>
                <c:pt idx="815">
                  <c:v>8150</c:v>
                </c:pt>
                <c:pt idx="816">
                  <c:v>8160</c:v>
                </c:pt>
                <c:pt idx="817">
                  <c:v>8170</c:v>
                </c:pt>
                <c:pt idx="818">
                  <c:v>8180</c:v>
                </c:pt>
                <c:pt idx="819">
                  <c:v>8190</c:v>
                </c:pt>
                <c:pt idx="820">
                  <c:v>8200</c:v>
                </c:pt>
                <c:pt idx="821">
                  <c:v>8210</c:v>
                </c:pt>
                <c:pt idx="822">
                  <c:v>8220</c:v>
                </c:pt>
                <c:pt idx="823">
                  <c:v>8230</c:v>
                </c:pt>
                <c:pt idx="824">
                  <c:v>8240</c:v>
                </c:pt>
                <c:pt idx="825">
                  <c:v>8250</c:v>
                </c:pt>
                <c:pt idx="826">
                  <c:v>8260</c:v>
                </c:pt>
                <c:pt idx="827">
                  <c:v>8270</c:v>
                </c:pt>
                <c:pt idx="828">
                  <c:v>8280</c:v>
                </c:pt>
                <c:pt idx="829">
                  <c:v>8290</c:v>
                </c:pt>
                <c:pt idx="830">
                  <c:v>8300</c:v>
                </c:pt>
                <c:pt idx="831">
                  <c:v>8310</c:v>
                </c:pt>
                <c:pt idx="832">
                  <c:v>8320</c:v>
                </c:pt>
                <c:pt idx="833">
                  <c:v>8330</c:v>
                </c:pt>
                <c:pt idx="834">
                  <c:v>8340</c:v>
                </c:pt>
                <c:pt idx="835">
                  <c:v>8350</c:v>
                </c:pt>
                <c:pt idx="836">
                  <c:v>8360</c:v>
                </c:pt>
                <c:pt idx="837">
                  <c:v>8370</c:v>
                </c:pt>
                <c:pt idx="838">
                  <c:v>8380</c:v>
                </c:pt>
                <c:pt idx="839">
                  <c:v>8390</c:v>
                </c:pt>
                <c:pt idx="840">
                  <c:v>8400</c:v>
                </c:pt>
                <c:pt idx="841">
                  <c:v>8410</c:v>
                </c:pt>
                <c:pt idx="842">
                  <c:v>8420</c:v>
                </c:pt>
                <c:pt idx="843">
                  <c:v>8430</c:v>
                </c:pt>
                <c:pt idx="844">
                  <c:v>8440</c:v>
                </c:pt>
                <c:pt idx="845">
                  <c:v>8450</c:v>
                </c:pt>
                <c:pt idx="846">
                  <c:v>8460</c:v>
                </c:pt>
                <c:pt idx="847">
                  <c:v>8470</c:v>
                </c:pt>
                <c:pt idx="848">
                  <c:v>8480</c:v>
                </c:pt>
                <c:pt idx="849">
                  <c:v>8490</c:v>
                </c:pt>
                <c:pt idx="850">
                  <c:v>8500</c:v>
                </c:pt>
                <c:pt idx="851">
                  <c:v>8510</c:v>
                </c:pt>
                <c:pt idx="852">
                  <c:v>8520</c:v>
                </c:pt>
                <c:pt idx="853">
                  <c:v>8530</c:v>
                </c:pt>
                <c:pt idx="854">
                  <c:v>8540</c:v>
                </c:pt>
                <c:pt idx="855">
                  <c:v>8550</c:v>
                </c:pt>
                <c:pt idx="856">
                  <c:v>8560</c:v>
                </c:pt>
                <c:pt idx="857">
                  <c:v>8570</c:v>
                </c:pt>
                <c:pt idx="858">
                  <c:v>8580</c:v>
                </c:pt>
                <c:pt idx="859">
                  <c:v>8590</c:v>
                </c:pt>
                <c:pt idx="860">
                  <c:v>8600</c:v>
                </c:pt>
                <c:pt idx="861">
                  <c:v>8610</c:v>
                </c:pt>
                <c:pt idx="862">
                  <c:v>8620</c:v>
                </c:pt>
                <c:pt idx="863">
                  <c:v>8630</c:v>
                </c:pt>
                <c:pt idx="864">
                  <c:v>8640</c:v>
                </c:pt>
                <c:pt idx="865">
                  <c:v>8650</c:v>
                </c:pt>
                <c:pt idx="866">
                  <c:v>8660</c:v>
                </c:pt>
                <c:pt idx="867">
                  <c:v>8670</c:v>
                </c:pt>
                <c:pt idx="868">
                  <c:v>8680</c:v>
                </c:pt>
                <c:pt idx="869">
                  <c:v>8690</c:v>
                </c:pt>
                <c:pt idx="870">
                  <c:v>8700</c:v>
                </c:pt>
                <c:pt idx="871">
                  <c:v>8710</c:v>
                </c:pt>
                <c:pt idx="872">
                  <c:v>8720</c:v>
                </c:pt>
                <c:pt idx="873">
                  <c:v>8730</c:v>
                </c:pt>
                <c:pt idx="874">
                  <c:v>8740</c:v>
                </c:pt>
                <c:pt idx="875">
                  <c:v>8750</c:v>
                </c:pt>
                <c:pt idx="876">
                  <c:v>8760</c:v>
                </c:pt>
                <c:pt idx="877">
                  <c:v>8770</c:v>
                </c:pt>
                <c:pt idx="878">
                  <c:v>8780</c:v>
                </c:pt>
                <c:pt idx="879">
                  <c:v>8790</c:v>
                </c:pt>
                <c:pt idx="880">
                  <c:v>8800</c:v>
                </c:pt>
                <c:pt idx="881">
                  <c:v>8810</c:v>
                </c:pt>
                <c:pt idx="882">
                  <c:v>8820</c:v>
                </c:pt>
                <c:pt idx="883">
                  <c:v>8830</c:v>
                </c:pt>
                <c:pt idx="884">
                  <c:v>8840</c:v>
                </c:pt>
                <c:pt idx="885">
                  <c:v>8850</c:v>
                </c:pt>
                <c:pt idx="886">
                  <c:v>8860</c:v>
                </c:pt>
                <c:pt idx="887">
                  <c:v>8870</c:v>
                </c:pt>
                <c:pt idx="888">
                  <c:v>8880</c:v>
                </c:pt>
                <c:pt idx="889">
                  <c:v>8890</c:v>
                </c:pt>
                <c:pt idx="890">
                  <c:v>8900</c:v>
                </c:pt>
                <c:pt idx="891">
                  <c:v>8910</c:v>
                </c:pt>
                <c:pt idx="892">
                  <c:v>8920</c:v>
                </c:pt>
                <c:pt idx="893">
                  <c:v>8930</c:v>
                </c:pt>
                <c:pt idx="894">
                  <c:v>8940</c:v>
                </c:pt>
                <c:pt idx="895">
                  <c:v>8950</c:v>
                </c:pt>
                <c:pt idx="896">
                  <c:v>8960</c:v>
                </c:pt>
                <c:pt idx="897">
                  <c:v>8970</c:v>
                </c:pt>
                <c:pt idx="898">
                  <c:v>8980</c:v>
                </c:pt>
                <c:pt idx="899">
                  <c:v>8990</c:v>
                </c:pt>
                <c:pt idx="900">
                  <c:v>9000</c:v>
                </c:pt>
                <c:pt idx="901">
                  <c:v>9010</c:v>
                </c:pt>
                <c:pt idx="902">
                  <c:v>9020</c:v>
                </c:pt>
                <c:pt idx="903">
                  <c:v>9030</c:v>
                </c:pt>
                <c:pt idx="904">
                  <c:v>9040</c:v>
                </c:pt>
                <c:pt idx="905">
                  <c:v>9050</c:v>
                </c:pt>
                <c:pt idx="906">
                  <c:v>9060</c:v>
                </c:pt>
                <c:pt idx="907">
                  <c:v>9070</c:v>
                </c:pt>
                <c:pt idx="908">
                  <c:v>9080</c:v>
                </c:pt>
                <c:pt idx="909">
                  <c:v>9090</c:v>
                </c:pt>
                <c:pt idx="910">
                  <c:v>9100</c:v>
                </c:pt>
                <c:pt idx="911">
                  <c:v>9110</c:v>
                </c:pt>
                <c:pt idx="912">
                  <c:v>9120</c:v>
                </c:pt>
                <c:pt idx="913">
                  <c:v>9130</c:v>
                </c:pt>
                <c:pt idx="914">
                  <c:v>9140</c:v>
                </c:pt>
                <c:pt idx="915">
                  <c:v>9150</c:v>
                </c:pt>
                <c:pt idx="916">
                  <c:v>9160</c:v>
                </c:pt>
                <c:pt idx="917">
                  <c:v>9170</c:v>
                </c:pt>
                <c:pt idx="918">
                  <c:v>9180</c:v>
                </c:pt>
                <c:pt idx="919">
                  <c:v>9190</c:v>
                </c:pt>
                <c:pt idx="920">
                  <c:v>9200</c:v>
                </c:pt>
                <c:pt idx="921">
                  <c:v>9210</c:v>
                </c:pt>
                <c:pt idx="922">
                  <c:v>9220</c:v>
                </c:pt>
                <c:pt idx="923">
                  <c:v>9230</c:v>
                </c:pt>
                <c:pt idx="924">
                  <c:v>9240</c:v>
                </c:pt>
                <c:pt idx="925">
                  <c:v>9250</c:v>
                </c:pt>
                <c:pt idx="926">
                  <c:v>9260</c:v>
                </c:pt>
                <c:pt idx="927">
                  <c:v>9270</c:v>
                </c:pt>
                <c:pt idx="928">
                  <c:v>9280</c:v>
                </c:pt>
                <c:pt idx="929">
                  <c:v>9290</c:v>
                </c:pt>
                <c:pt idx="930">
                  <c:v>9300</c:v>
                </c:pt>
                <c:pt idx="931">
                  <c:v>9310</c:v>
                </c:pt>
                <c:pt idx="932">
                  <c:v>9320</c:v>
                </c:pt>
                <c:pt idx="933">
                  <c:v>9330</c:v>
                </c:pt>
                <c:pt idx="934">
                  <c:v>9340</c:v>
                </c:pt>
                <c:pt idx="935">
                  <c:v>9350</c:v>
                </c:pt>
                <c:pt idx="936">
                  <c:v>9360</c:v>
                </c:pt>
                <c:pt idx="937">
                  <c:v>9370</c:v>
                </c:pt>
                <c:pt idx="938">
                  <c:v>9380</c:v>
                </c:pt>
                <c:pt idx="939">
                  <c:v>9390</c:v>
                </c:pt>
                <c:pt idx="940">
                  <c:v>9400</c:v>
                </c:pt>
                <c:pt idx="941">
                  <c:v>9410</c:v>
                </c:pt>
                <c:pt idx="942">
                  <c:v>9420</c:v>
                </c:pt>
                <c:pt idx="943">
                  <c:v>9430</c:v>
                </c:pt>
                <c:pt idx="944">
                  <c:v>9440</c:v>
                </c:pt>
                <c:pt idx="945">
                  <c:v>9450</c:v>
                </c:pt>
                <c:pt idx="946">
                  <c:v>9460</c:v>
                </c:pt>
                <c:pt idx="947">
                  <c:v>9470</c:v>
                </c:pt>
                <c:pt idx="948">
                  <c:v>9480</c:v>
                </c:pt>
                <c:pt idx="949">
                  <c:v>9490</c:v>
                </c:pt>
                <c:pt idx="950">
                  <c:v>9500</c:v>
                </c:pt>
                <c:pt idx="951">
                  <c:v>9510</c:v>
                </c:pt>
                <c:pt idx="952">
                  <c:v>9520</c:v>
                </c:pt>
                <c:pt idx="953">
                  <c:v>9530</c:v>
                </c:pt>
                <c:pt idx="954">
                  <c:v>9540</c:v>
                </c:pt>
                <c:pt idx="955">
                  <c:v>9550</c:v>
                </c:pt>
                <c:pt idx="956">
                  <c:v>9560</c:v>
                </c:pt>
                <c:pt idx="957">
                  <c:v>9570</c:v>
                </c:pt>
                <c:pt idx="958">
                  <c:v>9580</c:v>
                </c:pt>
                <c:pt idx="959">
                  <c:v>9590</c:v>
                </c:pt>
                <c:pt idx="960">
                  <c:v>9600</c:v>
                </c:pt>
                <c:pt idx="961">
                  <c:v>9610</c:v>
                </c:pt>
                <c:pt idx="962">
                  <c:v>9620</c:v>
                </c:pt>
                <c:pt idx="963">
                  <c:v>9630</c:v>
                </c:pt>
                <c:pt idx="964">
                  <c:v>9640</c:v>
                </c:pt>
                <c:pt idx="965">
                  <c:v>9650</c:v>
                </c:pt>
                <c:pt idx="966">
                  <c:v>9660</c:v>
                </c:pt>
                <c:pt idx="967">
                  <c:v>9670</c:v>
                </c:pt>
                <c:pt idx="968">
                  <c:v>9680</c:v>
                </c:pt>
                <c:pt idx="969">
                  <c:v>9690</c:v>
                </c:pt>
                <c:pt idx="970">
                  <c:v>9700</c:v>
                </c:pt>
                <c:pt idx="971">
                  <c:v>9710</c:v>
                </c:pt>
                <c:pt idx="972">
                  <c:v>9720</c:v>
                </c:pt>
                <c:pt idx="973">
                  <c:v>9730</c:v>
                </c:pt>
                <c:pt idx="974">
                  <c:v>9740</c:v>
                </c:pt>
                <c:pt idx="975">
                  <c:v>9750</c:v>
                </c:pt>
                <c:pt idx="976">
                  <c:v>9760</c:v>
                </c:pt>
                <c:pt idx="977">
                  <c:v>9770</c:v>
                </c:pt>
                <c:pt idx="978">
                  <c:v>9780</c:v>
                </c:pt>
                <c:pt idx="979">
                  <c:v>9790</c:v>
                </c:pt>
                <c:pt idx="980">
                  <c:v>9800</c:v>
                </c:pt>
                <c:pt idx="981">
                  <c:v>9810</c:v>
                </c:pt>
                <c:pt idx="982">
                  <c:v>9820</c:v>
                </c:pt>
                <c:pt idx="983">
                  <c:v>9830</c:v>
                </c:pt>
                <c:pt idx="984">
                  <c:v>9840</c:v>
                </c:pt>
                <c:pt idx="985">
                  <c:v>9850</c:v>
                </c:pt>
                <c:pt idx="986">
                  <c:v>9860</c:v>
                </c:pt>
                <c:pt idx="987">
                  <c:v>9870</c:v>
                </c:pt>
                <c:pt idx="988">
                  <c:v>9880</c:v>
                </c:pt>
                <c:pt idx="989">
                  <c:v>9890</c:v>
                </c:pt>
                <c:pt idx="990">
                  <c:v>9900</c:v>
                </c:pt>
                <c:pt idx="991">
                  <c:v>9910</c:v>
                </c:pt>
                <c:pt idx="992">
                  <c:v>9920</c:v>
                </c:pt>
                <c:pt idx="993">
                  <c:v>9930</c:v>
                </c:pt>
                <c:pt idx="994">
                  <c:v>9940</c:v>
                </c:pt>
                <c:pt idx="995">
                  <c:v>9950</c:v>
                </c:pt>
                <c:pt idx="996">
                  <c:v>9960</c:v>
                </c:pt>
                <c:pt idx="997">
                  <c:v>9970</c:v>
                </c:pt>
                <c:pt idx="998">
                  <c:v>9980</c:v>
                </c:pt>
                <c:pt idx="999">
                  <c:v>9990</c:v>
                </c:pt>
                <c:pt idx="1000">
                  <c:v>10000</c:v>
                </c:pt>
                <c:pt idx="1001">
                  <c:v>10010</c:v>
                </c:pt>
                <c:pt idx="1002">
                  <c:v>10020</c:v>
                </c:pt>
                <c:pt idx="1003">
                  <c:v>10030</c:v>
                </c:pt>
                <c:pt idx="1004">
                  <c:v>10040</c:v>
                </c:pt>
                <c:pt idx="1005">
                  <c:v>10050</c:v>
                </c:pt>
                <c:pt idx="1006">
                  <c:v>10060</c:v>
                </c:pt>
                <c:pt idx="1007">
                  <c:v>10070</c:v>
                </c:pt>
                <c:pt idx="1008">
                  <c:v>10080</c:v>
                </c:pt>
                <c:pt idx="1009">
                  <c:v>10090</c:v>
                </c:pt>
                <c:pt idx="1010">
                  <c:v>10100</c:v>
                </c:pt>
                <c:pt idx="1011">
                  <c:v>10110</c:v>
                </c:pt>
                <c:pt idx="1012">
                  <c:v>10120</c:v>
                </c:pt>
                <c:pt idx="1013">
                  <c:v>10130</c:v>
                </c:pt>
                <c:pt idx="1014">
                  <c:v>10140</c:v>
                </c:pt>
                <c:pt idx="1015">
                  <c:v>10150</c:v>
                </c:pt>
                <c:pt idx="1016">
                  <c:v>10160</c:v>
                </c:pt>
                <c:pt idx="1017">
                  <c:v>10170</c:v>
                </c:pt>
                <c:pt idx="1018">
                  <c:v>10180</c:v>
                </c:pt>
                <c:pt idx="1019">
                  <c:v>10190</c:v>
                </c:pt>
                <c:pt idx="1020">
                  <c:v>10200</c:v>
                </c:pt>
                <c:pt idx="1021">
                  <c:v>10210</c:v>
                </c:pt>
                <c:pt idx="1022">
                  <c:v>10220</c:v>
                </c:pt>
                <c:pt idx="1023">
                  <c:v>10230</c:v>
                </c:pt>
                <c:pt idx="1024">
                  <c:v>10240</c:v>
                </c:pt>
                <c:pt idx="1025">
                  <c:v>10250</c:v>
                </c:pt>
                <c:pt idx="1026">
                  <c:v>10260</c:v>
                </c:pt>
                <c:pt idx="1027">
                  <c:v>10270</c:v>
                </c:pt>
                <c:pt idx="1028">
                  <c:v>10280</c:v>
                </c:pt>
                <c:pt idx="1029">
                  <c:v>10290</c:v>
                </c:pt>
                <c:pt idx="1030">
                  <c:v>10300</c:v>
                </c:pt>
                <c:pt idx="1031">
                  <c:v>10310</c:v>
                </c:pt>
                <c:pt idx="1032">
                  <c:v>10320</c:v>
                </c:pt>
                <c:pt idx="1033">
                  <c:v>10330</c:v>
                </c:pt>
                <c:pt idx="1034">
                  <c:v>10340</c:v>
                </c:pt>
                <c:pt idx="1035">
                  <c:v>10350</c:v>
                </c:pt>
                <c:pt idx="1036">
                  <c:v>10360</c:v>
                </c:pt>
                <c:pt idx="1037">
                  <c:v>10370</c:v>
                </c:pt>
                <c:pt idx="1038">
                  <c:v>10380</c:v>
                </c:pt>
                <c:pt idx="1039">
                  <c:v>10390</c:v>
                </c:pt>
                <c:pt idx="1040">
                  <c:v>10400</c:v>
                </c:pt>
                <c:pt idx="1041">
                  <c:v>10410</c:v>
                </c:pt>
                <c:pt idx="1042">
                  <c:v>10420</c:v>
                </c:pt>
                <c:pt idx="1043">
                  <c:v>10430</c:v>
                </c:pt>
                <c:pt idx="1044">
                  <c:v>10440</c:v>
                </c:pt>
                <c:pt idx="1045">
                  <c:v>10450</c:v>
                </c:pt>
                <c:pt idx="1046">
                  <c:v>10460</c:v>
                </c:pt>
                <c:pt idx="1047">
                  <c:v>10470</c:v>
                </c:pt>
                <c:pt idx="1048">
                  <c:v>10480</c:v>
                </c:pt>
                <c:pt idx="1049">
                  <c:v>10490</c:v>
                </c:pt>
                <c:pt idx="1050">
                  <c:v>10500</c:v>
                </c:pt>
                <c:pt idx="1051">
                  <c:v>10510</c:v>
                </c:pt>
                <c:pt idx="1052">
                  <c:v>10520</c:v>
                </c:pt>
                <c:pt idx="1053">
                  <c:v>10530</c:v>
                </c:pt>
                <c:pt idx="1054">
                  <c:v>10540</c:v>
                </c:pt>
                <c:pt idx="1055">
                  <c:v>10550</c:v>
                </c:pt>
                <c:pt idx="1056">
                  <c:v>10560</c:v>
                </c:pt>
                <c:pt idx="1057">
                  <c:v>10570</c:v>
                </c:pt>
                <c:pt idx="1058">
                  <c:v>10580</c:v>
                </c:pt>
                <c:pt idx="1059">
                  <c:v>10590</c:v>
                </c:pt>
                <c:pt idx="1060">
                  <c:v>10600</c:v>
                </c:pt>
                <c:pt idx="1061">
                  <c:v>10610</c:v>
                </c:pt>
                <c:pt idx="1062">
                  <c:v>10620</c:v>
                </c:pt>
                <c:pt idx="1063">
                  <c:v>10630</c:v>
                </c:pt>
                <c:pt idx="1064">
                  <c:v>10640</c:v>
                </c:pt>
                <c:pt idx="1065">
                  <c:v>10650</c:v>
                </c:pt>
                <c:pt idx="1066">
                  <c:v>10660</c:v>
                </c:pt>
                <c:pt idx="1067">
                  <c:v>10670</c:v>
                </c:pt>
                <c:pt idx="1068">
                  <c:v>10680</c:v>
                </c:pt>
                <c:pt idx="1069">
                  <c:v>10690</c:v>
                </c:pt>
                <c:pt idx="1070">
                  <c:v>10700</c:v>
                </c:pt>
                <c:pt idx="1071">
                  <c:v>10710</c:v>
                </c:pt>
                <c:pt idx="1072">
                  <c:v>10720</c:v>
                </c:pt>
                <c:pt idx="1073">
                  <c:v>10730</c:v>
                </c:pt>
                <c:pt idx="1074">
                  <c:v>10740</c:v>
                </c:pt>
                <c:pt idx="1075">
                  <c:v>10750</c:v>
                </c:pt>
                <c:pt idx="1076">
                  <c:v>10760</c:v>
                </c:pt>
                <c:pt idx="1077">
                  <c:v>10770</c:v>
                </c:pt>
                <c:pt idx="1078">
                  <c:v>10780</c:v>
                </c:pt>
                <c:pt idx="1079">
                  <c:v>10790</c:v>
                </c:pt>
                <c:pt idx="1080">
                  <c:v>10800</c:v>
                </c:pt>
                <c:pt idx="1081">
                  <c:v>10810</c:v>
                </c:pt>
                <c:pt idx="1082">
                  <c:v>10820</c:v>
                </c:pt>
                <c:pt idx="1083">
                  <c:v>10830</c:v>
                </c:pt>
                <c:pt idx="1084">
                  <c:v>10840</c:v>
                </c:pt>
                <c:pt idx="1085">
                  <c:v>10850</c:v>
                </c:pt>
                <c:pt idx="1086">
                  <c:v>10860</c:v>
                </c:pt>
                <c:pt idx="1087">
                  <c:v>10870</c:v>
                </c:pt>
                <c:pt idx="1088">
                  <c:v>10880</c:v>
                </c:pt>
                <c:pt idx="1089">
                  <c:v>10890</c:v>
                </c:pt>
                <c:pt idx="1090">
                  <c:v>10900</c:v>
                </c:pt>
                <c:pt idx="1091">
                  <c:v>10910</c:v>
                </c:pt>
                <c:pt idx="1092">
                  <c:v>10920</c:v>
                </c:pt>
                <c:pt idx="1093">
                  <c:v>10930</c:v>
                </c:pt>
                <c:pt idx="1094">
                  <c:v>10940</c:v>
                </c:pt>
                <c:pt idx="1095">
                  <c:v>10950</c:v>
                </c:pt>
                <c:pt idx="1096">
                  <c:v>10960</c:v>
                </c:pt>
                <c:pt idx="1097">
                  <c:v>10970</c:v>
                </c:pt>
                <c:pt idx="1098">
                  <c:v>10980</c:v>
                </c:pt>
                <c:pt idx="1099">
                  <c:v>10990</c:v>
                </c:pt>
                <c:pt idx="1100">
                  <c:v>11000</c:v>
                </c:pt>
                <c:pt idx="1101">
                  <c:v>11010</c:v>
                </c:pt>
                <c:pt idx="1102">
                  <c:v>11020</c:v>
                </c:pt>
                <c:pt idx="1103">
                  <c:v>11030</c:v>
                </c:pt>
                <c:pt idx="1104">
                  <c:v>11040</c:v>
                </c:pt>
                <c:pt idx="1105">
                  <c:v>11050</c:v>
                </c:pt>
                <c:pt idx="1106">
                  <c:v>11060</c:v>
                </c:pt>
                <c:pt idx="1107">
                  <c:v>11070</c:v>
                </c:pt>
                <c:pt idx="1108">
                  <c:v>11080</c:v>
                </c:pt>
                <c:pt idx="1109">
                  <c:v>11090</c:v>
                </c:pt>
                <c:pt idx="1110">
                  <c:v>11100</c:v>
                </c:pt>
                <c:pt idx="1111">
                  <c:v>11110</c:v>
                </c:pt>
                <c:pt idx="1112">
                  <c:v>11120</c:v>
                </c:pt>
                <c:pt idx="1113">
                  <c:v>11130</c:v>
                </c:pt>
                <c:pt idx="1114">
                  <c:v>11140</c:v>
                </c:pt>
                <c:pt idx="1115">
                  <c:v>11150</c:v>
                </c:pt>
                <c:pt idx="1116">
                  <c:v>11160</c:v>
                </c:pt>
                <c:pt idx="1117">
                  <c:v>11170</c:v>
                </c:pt>
                <c:pt idx="1118">
                  <c:v>11180</c:v>
                </c:pt>
                <c:pt idx="1119">
                  <c:v>11190</c:v>
                </c:pt>
                <c:pt idx="1120">
                  <c:v>11200</c:v>
                </c:pt>
                <c:pt idx="1121">
                  <c:v>11210</c:v>
                </c:pt>
                <c:pt idx="1122">
                  <c:v>11220</c:v>
                </c:pt>
                <c:pt idx="1123">
                  <c:v>11230</c:v>
                </c:pt>
                <c:pt idx="1124">
                  <c:v>11240</c:v>
                </c:pt>
                <c:pt idx="1125">
                  <c:v>11250</c:v>
                </c:pt>
                <c:pt idx="1126">
                  <c:v>11260</c:v>
                </c:pt>
                <c:pt idx="1127">
                  <c:v>11270</c:v>
                </c:pt>
                <c:pt idx="1128">
                  <c:v>11280</c:v>
                </c:pt>
                <c:pt idx="1129">
                  <c:v>11290</c:v>
                </c:pt>
                <c:pt idx="1130">
                  <c:v>11300</c:v>
                </c:pt>
                <c:pt idx="1131">
                  <c:v>11310</c:v>
                </c:pt>
                <c:pt idx="1132">
                  <c:v>11320</c:v>
                </c:pt>
                <c:pt idx="1133">
                  <c:v>11330</c:v>
                </c:pt>
                <c:pt idx="1134">
                  <c:v>11340</c:v>
                </c:pt>
                <c:pt idx="1135">
                  <c:v>11350</c:v>
                </c:pt>
                <c:pt idx="1136">
                  <c:v>11360</c:v>
                </c:pt>
                <c:pt idx="1137">
                  <c:v>11370</c:v>
                </c:pt>
                <c:pt idx="1138">
                  <c:v>11380</c:v>
                </c:pt>
                <c:pt idx="1139">
                  <c:v>11390</c:v>
                </c:pt>
                <c:pt idx="1140">
                  <c:v>11400</c:v>
                </c:pt>
                <c:pt idx="1141">
                  <c:v>11410</c:v>
                </c:pt>
                <c:pt idx="1142">
                  <c:v>11420</c:v>
                </c:pt>
                <c:pt idx="1143">
                  <c:v>11430</c:v>
                </c:pt>
                <c:pt idx="1144">
                  <c:v>11440</c:v>
                </c:pt>
                <c:pt idx="1145">
                  <c:v>11450</c:v>
                </c:pt>
                <c:pt idx="1146">
                  <c:v>11460</c:v>
                </c:pt>
                <c:pt idx="1147">
                  <c:v>11470</c:v>
                </c:pt>
                <c:pt idx="1148">
                  <c:v>11480</c:v>
                </c:pt>
                <c:pt idx="1149">
                  <c:v>11490</c:v>
                </c:pt>
                <c:pt idx="1150">
                  <c:v>11500</c:v>
                </c:pt>
                <c:pt idx="1151">
                  <c:v>11510</c:v>
                </c:pt>
                <c:pt idx="1152">
                  <c:v>11520</c:v>
                </c:pt>
                <c:pt idx="1153">
                  <c:v>11530</c:v>
                </c:pt>
                <c:pt idx="1154">
                  <c:v>11540</c:v>
                </c:pt>
                <c:pt idx="1155">
                  <c:v>11550</c:v>
                </c:pt>
                <c:pt idx="1156">
                  <c:v>11560</c:v>
                </c:pt>
                <c:pt idx="1157">
                  <c:v>11570</c:v>
                </c:pt>
                <c:pt idx="1158">
                  <c:v>11580</c:v>
                </c:pt>
                <c:pt idx="1159">
                  <c:v>11590</c:v>
                </c:pt>
                <c:pt idx="1160">
                  <c:v>11600</c:v>
                </c:pt>
                <c:pt idx="1161">
                  <c:v>11610</c:v>
                </c:pt>
                <c:pt idx="1162">
                  <c:v>11620</c:v>
                </c:pt>
                <c:pt idx="1163">
                  <c:v>11630</c:v>
                </c:pt>
                <c:pt idx="1164">
                  <c:v>11640</c:v>
                </c:pt>
                <c:pt idx="1165">
                  <c:v>11650</c:v>
                </c:pt>
                <c:pt idx="1166">
                  <c:v>11660</c:v>
                </c:pt>
                <c:pt idx="1167">
                  <c:v>11670</c:v>
                </c:pt>
                <c:pt idx="1168">
                  <c:v>11680</c:v>
                </c:pt>
                <c:pt idx="1169">
                  <c:v>11690</c:v>
                </c:pt>
                <c:pt idx="1170">
                  <c:v>11700</c:v>
                </c:pt>
                <c:pt idx="1171">
                  <c:v>11710</c:v>
                </c:pt>
                <c:pt idx="1172">
                  <c:v>11720</c:v>
                </c:pt>
                <c:pt idx="1173">
                  <c:v>11730</c:v>
                </c:pt>
                <c:pt idx="1174">
                  <c:v>11740</c:v>
                </c:pt>
                <c:pt idx="1175">
                  <c:v>11750</c:v>
                </c:pt>
                <c:pt idx="1176">
                  <c:v>11760</c:v>
                </c:pt>
                <c:pt idx="1177">
                  <c:v>11770</c:v>
                </c:pt>
                <c:pt idx="1178">
                  <c:v>11780</c:v>
                </c:pt>
                <c:pt idx="1179">
                  <c:v>11790</c:v>
                </c:pt>
                <c:pt idx="1180">
                  <c:v>11800</c:v>
                </c:pt>
                <c:pt idx="1181">
                  <c:v>11810</c:v>
                </c:pt>
                <c:pt idx="1182">
                  <c:v>11820</c:v>
                </c:pt>
                <c:pt idx="1183">
                  <c:v>11830</c:v>
                </c:pt>
                <c:pt idx="1184">
                  <c:v>11840</c:v>
                </c:pt>
                <c:pt idx="1185">
                  <c:v>11850</c:v>
                </c:pt>
                <c:pt idx="1186">
                  <c:v>11860</c:v>
                </c:pt>
                <c:pt idx="1187">
                  <c:v>11870</c:v>
                </c:pt>
                <c:pt idx="1188">
                  <c:v>11880</c:v>
                </c:pt>
                <c:pt idx="1189">
                  <c:v>11890</c:v>
                </c:pt>
                <c:pt idx="1190">
                  <c:v>11900</c:v>
                </c:pt>
                <c:pt idx="1191">
                  <c:v>11910</c:v>
                </c:pt>
                <c:pt idx="1192">
                  <c:v>11920</c:v>
                </c:pt>
                <c:pt idx="1193">
                  <c:v>11930</c:v>
                </c:pt>
                <c:pt idx="1194">
                  <c:v>11940</c:v>
                </c:pt>
                <c:pt idx="1195">
                  <c:v>11950</c:v>
                </c:pt>
                <c:pt idx="1196">
                  <c:v>11960</c:v>
                </c:pt>
                <c:pt idx="1197">
                  <c:v>11970</c:v>
                </c:pt>
                <c:pt idx="1198">
                  <c:v>11980</c:v>
                </c:pt>
                <c:pt idx="1199">
                  <c:v>11990</c:v>
                </c:pt>
              </c:numCache>
            </c:numRef>
          </c:cat>
          <c:val>
            <c:numRef>
              <c:f>Лист1!$C$1:$C$1200</c:f>
              <c:numCache>
                <c:formatCode>General</c:formatCode>
                <c:ptCount val="1200"/>
                <c:pt idx="0">
                  <c:v>0</c:v>
                </c:pt>
                <c:pt idx="1">
                  <c:v>0.19801326693244728</c:v>
                </c:pt>
                <c:pt idx="2">
                  <c:v>0.39210560847676845</c:v>
                </c:pt>
                <c:pt idx="3">
                  <c:v>0.58235466415751347</c:v>
                </c:pt>
                <c:pt idx="4">
                  <c:v>0.76883653613364278</c:v>
                </c:pt>
                <c:pt idx="5">
                  <c:v>0.9516258196404056</c:v>
                </c:pt>
                <c:pt idx="6">
                  <c:v>1.1307956328284252</c:v>
                </c:pt>
                <c:pt idx="7">
                  <c:v>1.3064176460119405</c:v>
                </c:pt>
                <c:pt idx="8">
                  <c:v>1.4785621103378863</c:v>
                </c:pt>
                <c:pt idx="9">
                  <c:v>1.64729788588728</c:v>
                </c:pt>
                <c:pt idx="10">
                  <c:v>1.8126924692201811</c:v>
                </c:pt>
                <c:pt idx="11">
                  <c:v>1.9748120203752149</c:v>
                </c:pt>
                <c:pt idx="12">
                  <c:v>2.1337213893344655</c:v>
                </c:pt>
                <c:pt idx="13">
                  <c:v>2.2894841419643379</c:v>
                </c:pt>
                <c:pt idx="14">
                  <c:v>2.4421625854427451</c:v>
                </c:pt>
                <c:pt idx="15">
                  <c:v>2.591817793182821</c:v>
                </c:pt>
                <c:pt idx="16">
                  <c:v>2.7385096292630897</c:v>
                </c:pt>
                <c:pt idx="17">
                  <c:v>2.8822967723739041</c:v>
                </c:pt>
                <c:pt idx="18">
                  <c:v>3.0232367392896897</c:v>
                </c:pt>
                <c:pt idx="19">
                  <c:v>3.1613859078764421</c:v>
                </c:pt>
                <c:pt idx="20">
                  <c:v>3.2967995396436063</c:v>
                </c:pt>
                <c:pt idx="21">
                  <c:v>3.429531801849433</c:v>
                </c:pt>
                <c:pt idx="22">
                  <c:v>3.5596357891685853</c:v>
                </c:pt>
                <c:pt idx="23">
                  <c:v>3.6871635449307409</c:v>
                </c:pt>
                <c:pt idx="24">
                  <c:v>3.812166081938591</c:v>
                </c:pt>
                <c:pt idx="25">
                  <c:v>3.9346934028736658</c:v>
                </c:pt>
                <c:pt idx="26">
                  <c:v>4.0547945202980546</c:v>
                </c:pt>
                <c:pt idx="27">
                  <c:v>4.1725174762601016</c:v>
                </c:pt>
                <c:pt idx="28">
                  <c:v>4.2879093615118515</c:v>
                </c:pt>
                <c:pt idx="29">
                  <c:v>4.4010163343459796</c:v>
                </c:pt>
                <c:pt idx="30">
                  <c:v>4.5118836390597359</c:v>
                </c:pt>
                <c:pt idx="31">
                  <c:v>4.6205556240532539</c:v>
                </c:pt>
                <c:pt idx="32">
                  <c:v>4.7270757595695132</c:v>
                </c:pt>
                <c:pt idx="33">
                  <c:v>4.8314866550830082</c:v>
                </c:pt>
                <c:pt idx="34">
                  <c:v>4.9338300763441056</c:v>
                </c:pt>
                <c:pt idx="35">
                  <c:v>5.0341469620859041</c:v>
                </c:pt>
                <c:pt idx="36">
                  <c:v>5.1324774404002822</c:v>
                </c:pt>
                <c:pt idx="37">
                  <c:v>5.2288608447896561</c:v>
                </c:pt>
                <c:pt idx="38">
                  <c:v>5.323335729900907</c:v>
                </c:pt>
                <c:pt idx="39">
                  <c:v>5.4159398869477648</c:v>
                </c:pt>
                <c:pt idx="40">
                  <c:v>5.5067103588277835</c:v>
                </c:pt>
                <c:pt idx="41">
                  <c:v>5.5956834549400076</c:v>
                </c:pt>
                <c:pt idx="42">
                  <c:v>5.6828947657092019</c:v>
                </c:pt>
                <c:pt idx="43">
                  <c:v>5.7683791768225117</c:v>
                </c:pt>
                <c:pt idx="44">
                  <c:v>5.8521708831841863</c:v>
                </c:pt>
                <c:pt idx="45">
                  <c:v>5.9343034025940105</c:v>
                </c:pt>
                <c:pt idx="46">
                  <c:v>6.0148095891548587</c:v>
                </c:pt>
                <c:pt idx="47">
                  <c:v>6.0937216464147888</c:v>
                </c:pt>
                <c:pt idx="48">
                  <c:v>6.1710711402488805</c:v>
                </c:pt>
                <c:pt idx="49">
                  <c:v>6.2468890114860054</c:v>
                </c:pt>
                <c:pt idx="50">
                  <c:v>6.3212055882855767</c:v>
                </c:pt>
                <c:pt idx="51">
                  <c:v>6.3940505982692155</c:v>
                </c:pt>
                <c:pt idx="52">
                  <c:v>6.4654531804121991</c:v>
                </c:pt>
                <c:pt idx="53">
                  <c:v>6.5354418966994263</c:v>
                </c:pt>
                <c:pt idx="54">
                  <c:v>6.6040447435506087</c:v>
                </c:pt>
                <c:pt idx="55">
                  <c:v>6.6712891630192059</c:v>
                </c:pt>
                <c:pt idx="56">
                  <c:v>6.7372020537696073</c:v>
                </c:pt>
                <c:pt idx="57">
                  <c:v>6.8018097818369609</c:v>
                </c:pt>
                <c:pt idx="58">
                  <c:v>6.8651381911739469</c:v>
                </c:pt>
                <c:pt idx="59">
                  <c:v>6.9272126139886874</c:v>
                </c:pt>
                <c:pt idx="60">
                  <c:v>6.9880578808779781</c:v>
                </c:pt>
                <c:pt idx="61">
                  <c:v>7.0476983307598573</c:v>
                </c:pt>
                <c:pt idx="62">
                  <c:v>7.106157820609492</c:v>
                </c:pt>
                <c:pt idx="63">
                  <c:v>7.1634597350022959</c:v>
                </c:pt>
                <c:pt idx="64">
                  <c:v>7.219626995468059</c:v>
                </c:pt>
                <c:pt idx="65">
                  <c:v>7.2746820696598755</c:v>
                </c:pt>
                <c:pt idx="66">
                  <c:v>7.3286469803414969</c:v>
                </c:pt>
                <c:pt idx="67">
                  <c:v>7.3815433141967404</c:v>
                </c:pt>
                <c:pt idx="68">
                  <c:v>7.4333922304644426</c:v>
                </c:pt>
                <c:pt idx="69">
                  <c:v>7.4842144694024348</c:v>
                </c:pt>
                <c:pt idx="70">
                  <c:v>7.5340303605839356</c:v>
                </c:pt>
                <c:pt idx="71">
                  <c:v>7.5828598310296353</c:v>
                </c:pt>
                <c:pt idx="72">
                  <c:v>7.6307224131787823</c:v>
                </c:pt>
                <c:pt idx="73">
                  <c:v>7.6776372527024108</c:v>
                </c:pt>
                <c:pt idx="74">
                  <c:v>7.7236231161618738</c:v>
                </c:pt>
                <c:pt idx="75">
                  <c:v>7.7686983985157019</c:v>
                </c:pt>
                <c:pt idx="76">
                  <c:v>7.8128811304778516</c:v>
                </c:pt>
                <c:pt idx="77">
                  <c:v>7.8561889857302214</c:v>
                </c:pt>
                <c:pt idx="78">
                  <c:v>7.8986392879923528</c:v>
                </c:pt>
                <c:pt idx="79">
                  <c:v>7.9402490179511682</c:v>
                </c:pt>
                <c:pt idx="80">
                  <c:v>7.9810348200534467</c:v>
                </c:pt>
                <c:pt idx="81">
                  <c:v>8.0210130091638518</c:v>
                </c:pt>
                <c:pt idx="82">
                  <c:v>8.0601995770910833</c:v>
                </c:pt>
                <c:pt idx="83">
                  <c:v>8.0986101989847938</c:v>
                </c:pt>
                <c:pt idx="84">
                  <c:v>8.1362602396058996</c:v>
                </c:pt>
                <c:pt idx="85">
                  <c:v>8.1731647594726535</c:v>
                </c:pt>
                <c:pt idx="86">
                  <c:v>8.2093385208850673</c:v>
                </c:pt>
                <c:pt idx="87">
                  <c:v>8.2447959938300297</c:v>
                </c:pt>
                <c:pt idx="88">
                  <c:v>8.279551361769494</c:v>
                </c:pt>
                <c:pt idx="89">
                  <c:v>8.3136185273140448</c:v>
                </c:pt>
                <c:pt idx="90">
                  <c:v>8.3470111177841328</c:v>
                </c:pt>
                <c:pt idx="91">
                  <c:v>8.3797424906611955</c:v>
                </c:pt>
                <c:pt idx="92">
                  <c:v>8.4118257389307924</c:v>
                </c:pt>
                <c:pt idx="93">
                  <c:v>8.4432736963200252</c:v>
                </c:pt>
                <c:pt idx="94">
                  <c:v>8.4740989424311586</c:v>
                </c:pt>
                <c:pt idx="95">
                  <c:v>8.5043138077736486</c:v>
                </c:pt>
                <c:pt idx="96">
                  <c:v>8.5339303786964997</c:v>
                </c:pt>
                <c:pt idx="97">
                  <c:v>8.5629605022229729</c:v>
                </c:pt>
                <c:pt idx="98">
                  <c:v>8.591415790789549</c:v>
                </c:pt>
                <c:pt idx="99">
                  <c:v>8.6193076268910698</c:v>
                </c:pt>
                <c:pt idx="100">
                  <c:v>8.6466471676338692</c:v>
                </c:pt>
                <c:pt idx="101">
                  <c:v>8.6734453491987828</c:v>
                </c:pt>
                <c:pt idx="102">
                  <c:v>8.6997128912157429</c:v>
                </c:pt>
                <c:pt idx="103">
                  <c:v>8.7254603010517933</c:v>
                </c:pt>
                <c:pt idx="104">
                  <c:v>8.7506978780141758</c:v>
                </c:pt>
                <c:pt idx="105">
                  <c:v>8.7754357174701827</c:v>
                </c:pt>
                <c:pt idx="106">
                  <c:v>8.7996837148854326</c:v>
                </c:pt>
                <c:pt idx="107">
                  <c:v>8.8234515697822093</c:v>
                </c:pt>
                <c:pt idx="108">
                  <c:v>8.8467487896193724</c:v>
                </c:pt>
                <c:pt idx="109">
                  <c:v>8.8695846935955043</c:v>
                </c:pt>
                <c:pt idx="110">
                  <c:v>8.8919684163766615</c:v>
                </c:pt>
                <c:pt idx="111">
                  <c:v>8.9139089117504184</c:v>
                </c:pt>
                <c:pt idx="112">
                  <c:v>8.9354149562074738</c:v>
                </c:pt>
                <c:pt idx="113">
                  <c:v>8.9564951524523515</c:v>
                </c:pt>
                <c:pt idx="114">
                  <c:v>8.9771579328446247</c:v>
                </c:pt>
                <c:pt idx="115">
                  <c:v>8.997411562771962</c:v>
                </c:pt>
                <c:pt idx="116">
                  <c:v>9.0172641439563836</c:v>
                </c:pt>
                <c:pt idx="117">
                  <c:v>9.0367236176950687</c:v>
                </c:pt>
                <c:pt idx="118">
                  <c:v>9.0557977680369763</c:v>
                </c:pt>
                <c:pt idx="119">
                  <c:v>9.0744942248965668</c:v>
                </c:pt>
                <c:pt idx="120">
                  <c:v>9.0928204671058737</c:v>
                </c:pt>
                <c:pt idx="121">
                  <c:v>9.110783825406136</c:v>
                </c:pt>
                <c:pt idx="122">
                  <c:v>9.1283914853801811</c:v>
                </c:pt>
                <c:pt idx="123">
                  <c:v>9.145650490326787</c:v>
                </c:pt>
                <c:pt idx="124">
                  <c:v>9.1625677440780429</c:v>
                </c:pt>
                <c:pt idx="125">
                  <c:v>9.1791500137610136</c:v>
                </c:pt>
                <c:pt idx="126">
                  <c:v>9.1954039325046768</c:v>
                </c:pt>
                <c:pt idx="127">
                  <c:v>9.2113360020932511</c:v>
                </c:pt>
                <c:pt idx="128">
                  <c:v>9.2269525955670026</c:v>
                </c:pt>
                <c:pt idx="129">
                  <c:v>9.2422599597715429</c:v>
                </c:pt>
                <c:pt idx="130">
                  <c:v>9.2572642178566635</c:v>
                </c:pt>
                <c:pt idx="131">
                  <c:v>9.2719713717256429</c:v>
                </c:pt>
                <c:pt idx="132">
                  <c:v>9.286387304436138</c:v>
                </c:pt>
                <c:pt idx="133">
                  <c:v>9.3005177825534471</c:v>
                </c:pt>
                <c:pt idx="134">
                  <c:v>9.3143684584572188</c:v>
                </c:pt>
                <c:pt idx="135">
                  <c:v>9.3279448726025027</c:v>
                </c:pt>
                <c:pt idx="136">
                  <c:v>9.3412524557359689</c:v>
                </c:pt>
                <c:pt idx="137">
                  <c:v>9.3542965310683179</c:v>
                </c:pt>
                <c:pt idx="138">
                  <c:v>9.3670823164035966</c:v>
                </c:pt>
                <c:pt idx="139">
                  <c:v>9.3796149262264183</c:v>
                </c:pt>
                <c:pt idx="140">
                  <c:v>9.3918993737478207</c:v>
                </c:pt>
                <c:pt idx="141">
                  <c:v>9.4039405729106065</c:v>
                </c:pt>
                <c:pt idx="142">
                  <c:v>9.4157433403549931</c:v>
                </c:pt>
                <c:pt idx="143">
                  <c:v>9.427312397345327</c:v>
                </c:pt>
                <c:pt idx="144">
                  <c:v>9.4386523716586623</c:v>
                </c:pt>
                <c:pt idx="145">
                  <c:v>9.4497677994359286</c:v>
                </c:pt>
                <c:pt idx="146">
                  <c:v>9.4606631269964403</c:v>
                </c:pt>
                <c:pt idx="147">
                  <c:v>9.4713427126164955</c:v>
                </c:pt>
                <c:pt idx="148">
                  <c:v>9.4818108282727422</c:v>
                </c:pt>
                <c:pt idx="149">
                  <c:v>9.4920716613510159</c:v>
                </c:pt>
                <c:pt idx="150">
                  <c:v>9.502129316321362</c:v>
                </c:pt>
                <c:pt idx="151">
                  <c:v>9.5119878163798717</c:v>
                </c:pt>
                <c:pt idx="152">
                  <c:v>9.5216511050580159</c:v>
                </c:pt>
                <c:pt idx="153">
                  <c:v>9.5311230478001132</c:v>
                </c:pt>
                <c:pt idx="154">
                  <c:v>9.5404074335095572</c:v>
                </c:pt>
                <c:pt idx="155">
                  <c:v>9.5495079760644224</c:v>
                </c:pt>
                <c:pt idx="156">
                  <c:v>9.5584283158030718</c:v>
                </c:pt>
                <c:pt idx="157">
                  <c:v>9.5671720209803404</c:v>
                </c:pt>
                <c:pt idx="158">
                  <c:v>9.5757425891948866</c:v>
                </c:pt>
                <c:pt idx="159">
                  <c:v>9.5841434487882697</c:v>
                </c:pt>
                <c:pt idx="160">
                  <c:v>9.5923779602163357</c:v>
                </c:pt>
                <c:pt idx="161">
                  <c:v>9.6004494173934631</c:v>
                </c:pt>
                <c:pt idx="162">
                  <c:v>9.6083610490101243</c:v>
                </c:pt>
                <c:pt idx="163">
                  <c:v>9.6161160198244797</c:v>
                </c:pt>
                <c:pt idx="164">
                  <c:v>9.6237174319282399</c:v>
                </c:pt>
                <c:pt idx="165">
                  <c:v>9.6311683259875984</c:v>
                </c:pt>
                <c:pt idx="166">
                  <c:v>9.6384716824595316</c:v>
                </c:pt>
                <c:pt idx="167">
                  <c:v>9.6456304227840128</c:v>
                </c:pt>
                <c:pt idx="168">
                  <c:v>9.6526474105526159</c:v>
                </c:pt>
                <c:pt idx="169">
                  <c:v>9.6595254526540071</c:v>
                </c:pt>
                <c:pt idx="170">
                  <c:v>9.6662673003967399</c:v>
                </c:pt>
                <c:pt idx="171">
                  <c:v>9.6728756506098037</c:v>
                </c:pt>
                <c:pt idx="172">
                  <c:v>9.6793531467213931</c:v>
                </c:pt>
                <c:pt idx="173">
                  <c:v>9.6857023798163251</c:v>
                </c:pt>
                <c:pt idx="174">
                  <c:v>9.6919258896724862</c:v>
                </c:pt>
                <c:pt idx="175">
                  <c:v>9.6980261657768132</c:v>
                </c:pt>
                <c:pt idx="176">
                  <c:v>9.704005648321079</c:v>
                </c:pt>
                <c:pt idx="177">
                  <c:v>9.7098667291780281</c:v>
                </c:pt>
                <c:pt idx="178">
                  <c:v>9.7156117528581536</c:v>
                </c:pt>
                <c:pt idx="179">
                  <c:v>9.7212430174475273</c:v>
                </c:pt>
                <c:pt idx="180">
                  <c:v>9.7267627755270727</c:v>
                </c:pt>
                <c:pt idx="181">
                  <c:v>9.7321732350736188</c:v>
                </c:pt>
                <c:pt idx="182">
                  <c:v>9.7374765603431186</c:v>
                </c:pt>
                <c:pt idx="183">
                  <c:v>9.7426748727364014</c:v>
                </c:pt>
                <c:pt idx="184">
                  <c:v>9.7477702516477258</c:v>
                </c:pt>
                <c:pt idx="185">
                  <c:v>9.7527647352966067</c:v>
                </c:pt>
                <c:pt idx="186">
                  <c:v>9.7576603215430886</c:v>
                </c:pt>
                <c:pt idx="187">
                  <c:v>9.7624589686869516</c:v>
                </c:pt>
                <c:pt idx="188">
                  <c:v>9.767162596251028</c:v>
                </c:pt>
                <c:pt idx="189">
                  <c:v>9.7717730857490679</c:v>
                </c:pt>
                <c:pt idx="190">
                  <c:v>9.7762922814383444</c:v>
                </c:pt>
                <c:pt idx="191">
                  <c:v>9.7807219910573817</c:v>
                </c:pt>
                <c:pt idx="192">
                  <c:v>9.7850639865491011</c:v>
                </c:pt>
                <c:pt idx="193">
                  <c:v>9.7893200047695839</c:v>
                </c:pt>
                <c:pt idx="194">
                  <c:v>9.7934917481828734</c:v>
                </c:pt>
                <c:pt idx="195">
                  <c:v>9.7975808855419562</c:v>
                </c:pt>
                <c:pt idx="196">
                  <c:v>9.8015890525563005</c:v>
                </c:pt>
                <c:pt idx="197">
                  <c:v>9.8055178525461493</c:v>
                </c:pt>
                <c:pt idx="198">
                  <c:v>9.809368857083884</c:v>
                </c:pt>
                <c:pt idx="199">
                  <c:v>9.8131436066226723</c:v>
                </c:pt>
                <c:pt idx="200">
                  <c:v>9.8168436111126578</c:v>
                </c:pt>
                <c:pt idx="201">
                  <c:v>9.8204703506049729</c:v>
                </c:pt>
                <c:pt idx="202">
                  <c:v>9.8240252758437663</c:v>
                </c:pt>
                <c:pt idx="203">
                  <c:v>9.8275098088465391</c:v>
                </c:pt>
                <c:pt idx="204">
                  <c:v>9.8309253434729449</c:v>
                </c:pt>
                <c:pt idx="205">
                  <c:v>9.8342732459823861</c:v>
                </c:pt>
                <c:pt idx="206">
                  <c:v>9.8375548555805032</c:v>
                </c:pt>
                <c:pt idx="207">
                  <c:v>9.84077148495488</c:v>
                </c:pt>
                <c:pt idx="208">
                  <c:v>9.8439244208001693</c:v>
                </c:pt>
                <c:pt idx="209">
                  <c:v>9.8470149243327452</c:v>
                </c:pt>
                <c:pt idx="210">
                  <c:v>9.850044231795227</c:v>
                </c:pt>
                <c:pt idx="211">
                  <c:v>9.8530135549509854</c:v>
                </c:pt>
                <c:pt idx="212">
                  <c:v>9.855924081568876</c:v>
                </c:pt>
                <c:pt idx="213">
                  <c:v>9.8587769758983619</c:v>
                </c:pt>
                <c:pt idx="214">
                  <c:v>9.8615733791352067</c:v>
                </c:pt>
                <c:pt idx="215">
                  <c:v>9.8643144098779931</c:v>
                </c:pt>
                <c:pt idx="216">
                  <c:v>9.8670011645755604</c:v>
                </c:pt>
                <c:pt idx="217">
                  <c:v>9.8696347179656261</c:v>
                </c:pt>
                <c:pt idx="218">
                  <c:v>9.8722161235046446</c:v>
                </c:pt>
                <c:pt idx="219">
                  <c:v>9.8747464137892589</c:v>
                </c:pt>
                <c:pt idx="220">
                  <c:v>9.8772266009693173</c:v>
                </c:pt>
                <c:pt idx="221">
                  <c:v>9.879657677152764</c:v>
                </c:pt>
                <c:pt idx="222">
                  <c:v>9.8820406148024862</c:v>
                </c:pt>
                <c:pt idx="223">
                  <c:v>9.8843763671253146</c:v>
                </c:pt>
                <c:pt idx="224">
                  <c:v>9.886665868453326</c:v>
                </c:pt>
                <c:pt idx="225">
                  <c:v>9.8889100346175756</c:v>
                </c:pt>
                <c:pt idx="226">
                  <c:v>9.8911097633144536</c:v>
                </c:pt>
                <c:pt idx="227">
                  <c:v>9.89326593446477</c:v>
                </c:pt>
                <c:pt idx="228">
                  <c:v>9.8953794105657327</c:v>
                </c:pt>
                <c:pt idx="229">
                  <c:v>9.8974510370359621</c:v>
                </c:pt>
                <c:pt idx="230">
                  <c:v>9.8994816425536651</c:v>
                </c:pt>
                <c:pt idx="231">
                  <c:v>9.9014720393881266</c:v>
                </c:pt>
                <c:pt idx="232">
                  <c:v>9.9034230237246224</c:v>
                </c:pt>
                <c:pt idx="233">
                  <c:v>9.905335375982899</c:v>
                </c:pt>
                <c:pt idx="234">
                  <c:v>9.9072098611293526</c:v>
                </c:pt>
                <c:pt idx="235">
                  <c:v>9.9090472289830451</c:v>
                </c:pt>
                <c:pt idx="236">
                  <c:v>9.9108482145156067</c:v>
                </c:pt>
                <c:pt idx="237">
                  <c:v>9.9126135381452709</c:v>
                </c:pt>
                <c:pt idx="238">
                  <c:v>9.9143439060250191</c:v>
                </c:pt>
                <c:pt idx="239">
                  <c:v>9.9160400103250872</c:v>
                </c:pt>
                <c:pt idx="240">
                  <c:v>9.9177025295098016</c:v>
                </c:pt>
                <c:pt idx="241">
                  <c:v>9.919332128609005</c:v>
                </c:pt>
                <c:pt idx="242">
                  <c:v>9.920929459484066</c:v>
                </c:pt>
                <c:pt idx="243">
                  <c:v>9.9224951610886354</c:v>
                </c:pt>
                <c:pt idx="244">
                  <c:v>9.9240298597242269</c:v>
                </c:pt>
                <c:pt idx="245">
                  <c:v>9.9255341692907564</c:v>
                </c:pt>
                <c:pt idx="246">
                  <c:v>9.9270086915321123</c:v>
                </c:pt>
                <c:pt idx="247">
                  <c:v>9.928454016276854</c:v>
                </c:pt>
                <c:pt idx="248">
                  <c:v>9.9298707216741438</c:v>
                </c:pt>
                <c:pt idx="249">
                  <c:v>9.9312593744250375</c:v>
                </c:pt>
                <c:pt idx="250">
                  <c:v>9.9326205300091495</c:v>
                </c:pt>
                <c:pt idx="251">
                  <c:v>9.9339547329068516</c:v>
                </c:pt>
                <c:pt idx="252">
                  <c:v>9.9352625168171063</c:v>
                </c:pt>
                <c:pt idx="253">
                  <c:v>9.9365444048709097</c:v>
                </c:pt>
                <c:pt idx="254">
                  <c:v>9.937800909840572</c:v>
                </c:pt>
                <c:pt idx="255">
                  <c:v>9.9390325343448467</c:v>
                </c:pt>
                <c:pt idx="256">
                  <c:v>9.9402397710499422</c:v>
                </c:pt>
                <c:pt idx="257">
                  <c:v>9.9414231028666435</c:v>
                </c:pt>
                <c:pt idx="258">
                  <c:v>9.9425830031434597</c:v>
                </c:pt>
                <c:pt idx="259">
                  <c:v>9.9437199358559596</c:v>
                </c:pt>
                <c:pt idx="260">
                  <c:v>9.9448343557923948</c:v>
                </c:pt>
                <c:pt idx="261">
                  <c:v>9.9459267087355911</c:v>
                </c:pt>
                <c:pt idx="262">
                  <c:v>9.9469974316412966</c:v>
                </c:pt>
                <c:pt idx="263">
                  <c:v>9.94804695281295</c:v>
                </c:pt>
                <c:pt idx="264">
                  <c:v>9.9490756920730057</c:v>
                </c:pt>
                <c:pt idx="265">
                  <c:v>9.9500840609308998</c:v>
                </c:pt>
                <c:pt idx="266">
                  <c:v>9.9510724627476055</c:v>
                </c:pt>
                <c:pt idx="267">
                  <c:v>9.9520412928970394</c:v>
                </c:pt>
                <c:pt idx="268">
                  <c:v>9.9529909389241684</c:v>
                </c:pt>
                <c:pt idx="269">
                  <c:v>9.9539217807000693</c:v>
                </c:pt>
                <c:pt idx="270">
                  <c:v>9.9548341905738731</c:v>
                </c:pt>
                <c:pt idx="271">
                  <c:v>9.9557285335216861</c:v>
                </c:pt>
                <c:pt idx="272">
                  <c:v>9.9566051672926132</c:v>
                </c:pt>
                <c:pt idx="273">
                  <c:v>9.9574644425518493</c:v>
                </c:pt>
                <c:pt idx="274">
                  <c:v>9.9583067030209591</c:v>
                </c:pt>
                <c:pt idx="275">
                  <c:v>9.959132285615361</c:v>
                </c:pt>
                <c:pt idx="276">
                  <c:v>9.9599415205790969</c:v>
                </c:pt>
                <c:pt idx="277">
                  <c:v>9.960734731616947</c:v>
                </c:pt>
                <c:pt idx="278">
                  <c:v>9.9615122360238963</c:v>
                </c:pt>
                <c:pt idx="279">
                  <c:v>9.9622743448120783</c:v>
                </c:pt>
                <c:pt idx="280">
                  <c:v>9.9630213628351694</c:v>
                </c:pt>
                <c:pt idx="281">
                  <c:v>9.963753588910345</c:v>
                </c:pt>
                <c:pt idx="282">
                  <c:v>9.9644713159377858</c:v>
                </c:pt>
                <c:pt idx="283">
                  <c:v>9.9651748310178849</c:v>
                </c:pt>
                <c:pt idx="284">
                  <c:v>9.965864415566049</c:v>
                </c:pt>
                <c:pt idx="285">
                  <c:v>9.9665403454252885</c:v>
                </c:pt>
                <c:pt idx="286">
                  <c:v>9.967202890976564</c:v>
                </c:pt>
                <c:pt idx="287">
                  <c:v>9.9678523172469351</c:v>
                </c:pt>
                <c:pt idx="288">
                  <c:v>9.968488884015553</c:v>
                </c:pt>
                <c:pt idx="289">
                  <c:v>9.9691128459176355</c:v>
                </c:pt>
                <c:pt idx="290">
                  <c:v>9.9697244525462452</c:v>
                </c:pt>
                <c:pt idx="291">
                  <c:v>9.9703239485521884</c:v>
                </c:pt>
                <c:pt idx="292">
                  <c:v>9.9709115737418728</c:v>
                </c:pt>
                <c:pt idx="293">
                  <c:v>9.9714875631732056</c:v>
                </c:pt>
                <c:pt idx="294">
                  <c:v>9.9720521472496326</c:v>
                </c:pt>
                <c:pt idx="295">
                  <c:v>9.9726055518123182</c:v>
                </c:pt>
                <c:pt idx="296">
                  <c:v>9.9731479982304627</c:v>
                </c:pt>
                <c:pt idx="297">
                  <c:v>9.9736797034898697</c:v>
                </c:pt>
                <c:pt idx="298">
                  <c:v>9.974200880279728</c:v>
                </c:pt>
                <c:pt idx="299">
                  <c:v>9.9747117370777083</c:v>
                </c:pt>
                <c:pt idx="300">
                  <c:v>9.9752124782333365</c:v>
                </c:pt>
                <c:pt idx="301">
                  <c:v>9.9757033040497554</c:v>
                </c:pt>
                <c:pt idx="302">
                  <c:v>9.9761844108638336</c:v>
                </c:pt>
                <c:pt idx="303">
                  <c:v>9.9766559911247104</c:v>
                </c:pt>
                <c:pt idx="304">
                  <c:v>9.977118233470776</c:v>
                </c:pt>
                <c:pt idx="305">
                  <c:v>9.9775713228051437</c:v>
                </c:pt>
                <c:pt idx="306">
                  <c:v>9.9780154403695711</c:v>
                </c:pt>
                <c:pt idx="307">
                  <c:v>9.9784507638170226</c:v>
                </c:pt>
                <c:pt idx="308">
                  <c:v>9.9788774672826719</c:v>
                </c:pt>
                <c:pt idx="309">
                  <c:v>9.979295721453596</c:v>
                </c:pt>
                <c:pt idx="310">
                  <c:v>9.9797056936370439</c:v>
                </c:pt>
                <c:pt idx="311">
                  <c:v>9.9801075478273518</c:v>
                </c:pt>
                <c:pt idx="312">
                  <c:v>9.9805014447715479</c:v>
                </c:pt>
                <c:pt idx="313">
                  <c:v>9.980887542033674</c:v>
                </c:pt>
                <c:pt idx="314">
                  <c:v>9.9812659940577735</c:v>
                </c:pt>
                <c:pt idx="315">
                  <c:v>9.9816369522297137</c:v>
                </c:pt>
                <c:pt idx="316">
                  <c:v>9.9820005649376959</c:v>
                </c:pt>
                <c:pt idx="317">
                  <c:v>9.9823569776316567</c:v>
                </c:pt>
                <c:pt idx="318">
                  <c:v>9.9827063328814294</c:v>
                </c:pt>
                <c:pt idx="319">
                  <c:v>9.9830487704337649</c:v>
                </c:pt>
                <c:pt idx="320">
                  <c:v>9.9833844272682626</c:v>
                </c:pt>
                <c:pt idx="321">
                  <c:v>9.9837134376521171</c:v>
                </c:pt>
                <c:pt idx="322">
                  <c:v>9.9840359331938782</c:v>
                </c:pt>
                <c:pt idx="323">
                  <c:v>9.9843520428960559</c:v>
                </c:pt>
                <c:pt idx="324">
                  <c:v>9.9846618932067557</c:v>
                </c:pt>
                <c:pt idx="325">
                  <c:v>9.9849656080702225</c:v>
                </c:pt>
                <c:pt idx="326">
                  <c:v>9.9852633089764602</c:v>
                </c:pt>
                <c:pt idx="327">
                  <c:v>9.9855551150097988</c:v>
                </c:pt>
                <c:pt idx="328">
                  <c:v>9.9858411428965308</c:v>
                </c:pt>
                <c:pt idx="329">
                  <c:v>9.9861215070516405</c:v>
                </c:pt>
                <c:pt idx="330">
                  <c:v>9.9863963196245233</c:v>
                </c:pt>
                <c:pt idx="331">
                  <c:v>9.986665690543866</c:v>
                </c:pt>
                <c:pt idx="332">
                  <c:v>9.9869297275616358</c:v>
                </c:pt>
                <c:pt idx="333">
                  <c:v>9.9871885362961574</c:v>
                </c:pt>
                <c:pt idx="334">
                  <c:v>9.9874422202743762</c:v>
                </c:pt>
                <c:pt idx="335">
                  <c:v>9.9876908809732647</c:v>
                </c:pt>
                <c:pt idx="336">
                  <c:v>9.9879346178604216</c:v>
                </c:pt>
                <c:pt idx="337">
                  <c:v>9.9881735284338422</c:v>
                </c:pt>
                <c:pt idx="338">
                  <c:v>9.9884077082609544</c:v>
                </c:pt>
                <c:pt idx="339">
                  <c:v>9.9886372510168027</c:v>
                </c:pt>
                <c:pt idx="340">
                  <c:v>9.988862248521551</c:v>
                </c:pt>
                <c:pt idx="341">
                  <c:v>9.9890827907772071</c:v>
                </c:pt>
                <c:pt idx="342">
                  <c:v>9.989298966003604</c:v>
                </c:pt>
                <c:pt idx="343">
                  <c:v>9.9895108606737217</c:v>
                </c:pt>
                <c:pt idx="344">
                  <c:v>9.9897185595482565</c:v>
                </c:pt>
                <c:pt idx="345">
                  <c:v>9.9899221457095155</c:v>
                </c:pt>
                <c:pt idx="346">
                  <c:v>9.9901217005946865</c:v>
                </c:pt>
                <c:pt idx="347">
                  <c:v>9.9903173040283857</c:v>
                </c:pt>
                <c:pt idx="348">
                  <c:v>9.9905090342545932</c:v>
                </c:pt>
                <c:pt idx="349">
                  <c:v>9.9906969679679545</c:v>
                </c:pt>
                <c:pt idx="350">
                  <c:v>9.9908811803444539</c:v>
                </c:pt>
                <c:pt idx="351">
                  <c:v>9.9910617450715069</c:v>
                </c:pt>
                <c:pt idx="352">
                  <c:v>9.9912387343774149</c:v>
                </c:pt>
                <c:pt idx="353">
                  <c:v>9.9914122190602583</c:v>
                </c:pt>
                <c:pt idx="354">
                  <c:v>9.9915822685162166</c:v>
                </c:pt>
                <c:pt idx="355">
                  <c:v>9.9917489507673434</c:v>
                </c:pt>
                <c:pt idx="356">
                  <c:v>9.9919123324887593</c:v>
                </c:pt>
                <c:pt idx="357">
                  <c:v>9.9920724790353361</c:v>
                </c:pt>
                <c:pt idx="358">
                  <c:v>9.9922294544678234</c:v>
                </c:pt>
                <c:pt idx="359">
                  <c:v>9.9923833215784921</c:v>
                </c:pt>
                <c:pt idx="360">
                  <c:v>9.9925341419162343</c:v>
                </c:pt>
                <c:pt idx="361">
                  <c:v>9.9926819758111947</c:v>
                </c:pt>
                <c:pt idx="362">
                  <c:v>9.9928268823989068</c:v>
                </c:pt>
                <c:pt idx="363">
                  <c:v>9.9929689196439373</c:v>
                </c:pt>
                <c:pt idx="364">
                  <c:v>9.9931081443630703</c:v>
                </c:pt>
                <c:pt idx="365">
                  <c:v>9.9932446122480645</c:v>
                </c:pt>
                <c:pt idx="366">
                  <c:v>9.9933783778878755</c:v>
                </c:pt>
                <c:pt idx="367">
                  <c:v>9.9935094947905583</c:v>
                </c:pt>
                <c:pt idx="368">
                  <c:v>9.9936380154046187</c:v>
                </c:pt>
                <c:pt idx="369">
                  <c:v>9.9937639911400051</c:v>
                </c:pt>
                <c:pt idx="370">
                  <c:v>9.9938874723887068</c:v>
                </c:pt>
                <c:pt idx="371">
                  <c:v>9.9940085085448569</c:v>
                </c:pt>
                <c:pt idx="372">
                  <c:v>9.9941271480245391</c:v>
                </c:pt>
                <c:pt idx="373">
                  <c:v>9.9942434382851246</c:v>
                </c:pt>
                <c:pt idx="374">
                  <c:v>9.9943574258442709</c:v>
                </c:pt>
                <c:pt idx="375">
                  <c:v>9.9944691562985213</c:v>
                </c:pt>
                <c:pt idx="376">
                  <c:v>9.9945786743415432</c:v>
                </c:pt>
                <c:pt idx="377">
                  <c:v>9.9946860237820214</c:v>
                </c:pt>
                <c:pt idx="378">
                  <c:v>9.9947912475611496</c:v>
                </c:pt>
                <c:pt idx="379">
                  <c:v>9.9948943877698557</c:v>
                </c:pt>
                <c:pt idx="380">
                  <c:v>9.9949954856655925</c:v>
                </c:pt>
                <c:pt idx="381">
                  <c:v>9.995094581688873</c:v>
                </c:pt>
                <c:pt idx="382">
                  <c:v>9.9951917154794163</c:v>
                </c:pt>
                <c:pt idx="383">
                  <c:v>9.995286925892044</c:v>
                </c:pt>
                <c:pt idx="384">
                  <c:v>9.9953802510121843</c:v>
                </c:pt>
                <c:pt idx="385">
                  <c:v>9.9954717281711307</c:v>
                </c:pt>
                <c:pt idx="386">
                  <c:v>9.9955613939609727</c:v>
                </c:pt>
                <c:pt idx="387">
                  <c:v>9.9956492842492164</c:v>
                </c:pt>
                <c:pt idx="388">
                  <c:v>9.9957354341931453</c:v>
                </c:pt>
                <c:pt idx="389">
                  <c:v>9.9958198782538918</c:v>
                </c:pt>
                <c:pt idx="390">
                  <c:v>9.9959026502102031</c:v>
                </c:pt>
                <c:pt idx="391">
                  <c:v>9.9959837831719671</c:v>
                </c:pt>
                <c:pt idx="392">
                  <c:v>9.996063309593449</c:v>
                </c:pt>
                <c:pt idx="393">
                  <c:v>9.9961412612862794</c:v>
                </c:pt>
                <c:pt idx="394">
                  <c:v>9.9962176694321716</c:v>
                </c:pt>
                <c:pt idx="395">
                  <c:v>9.996292564595409</c:v>
                </c:pt>
                <c:pt idx="396">
                  <c:v>9.9963659767350492</c:v>
                </c:pt>
                <c:pt idx="397">
                  <c:v>9.9964379352169335</c:v>
                </c:pt>
                <c:pt idx="398">
                  <c:v>9.996508468825402</c:v>
                </c:pt>
                <c:pt idx="399">
                  <c:v>9.9965776057748492</c:v>
                </c:pt>
                <c:pt idx="400">
                  <c:v>9.9966453737209768</c:v>
                </c:pt>
                <c:pt idx="401">
                  <c:v>9.9967117997718589</c:v>
                </c:pt>
                <c:pt idx="402">
                  <c:v>9.9967769104988093</c:v>
                </c:pt>
                <c:pt idx="403">
                  <c:v>9.9968407319469854</c:v>
                </c:pt>
                <c:pt idx="404">
                  <c:v>9.9969032896458145</c:v>
                </c:pt>
                <c:pt idx="405">
                  <c:v>9.9969646086192139</c:v>
                </c:pt>
                <c:pt idx="406">
                  <c:v>9.9970247133955823</c:v>
                </c:pt>
                <c:pt idx="407">
                  <c:v>9.9970836280176467</c:v>
                </c:pt>
                <c:pt idx="408">
                  <c:v>9.9971413760520242</c:v>
                </c:pt>
                <c:pt idx="409">
                  <c:v>9.9971979805987132</c:v>
                </c:pt>
                <c:pt idx="410">
                  <c:v>9.9972534643002771</c:v>
                </c:pt>
                <c:pt idx="411">
                  <c:v>9.9973078493509426</c:v>
                </c:pt>
                <c:pt idx="412">
                  <c:v>9.9973611575054502</c:v>
                </c:pt>
                <c:pt idx="413">
                  <c:v>9.9974134100877787</c:v>
                </c:pt>
                <c:pt idx="414">
                  <c:v>9.9974646279996549</c:v>
                </c:pt>
                <c:pt idx="415">
                  <c:v>9.9975148317289246</c:v>
                </c:pt>
                <c:pt idx="416">
                  <c:v>9.9975640413577445</c:v>
                </c:pt>
                <c:pt idx="417">
                  <c:v>9.9976122765706297</c:v>
                </c:pt>
                <c:pt idx="418">
                  <c:v>9.9976595566623114</c:v>
                </c:pt>
                <c:pt idx="419">
                  <c:v>9.9977059005454443</c:v>
                </c:pt>
                <c:pt idx="420">
                  <c:v>9.9977513267582108</c:v>
                </c:pt>
                <c:pt idx="421">
                  <c:v>9.9977958534717004</c:v>
                </c:pt>
                <c:pt idx="422">
                  <c:v>9.9978394984971857</c:v>
                </c:pt>
                <c:pt idx="423">
                  <c:v>9.9978822792932664</c:v>
                </c:pt>
                <c:pt idx="424">
                  <c:v>9.997924212972821</c:v>
                </c:pt>
                <c:pt idx="425">
                  <c:v>9.9979653163098927</c:v>
                </c:pt>
                <c:pt idx="426">
                  <c:v>9.9980056057463607</c:v>
                </c:pt>
                <c:pt idx="427">
                  <c:v>9.9980450973985278</c:v>
                </c:pt>
                <c:pt idx="428">
                  <c:v>9.9980838070635958</c:v>
                </c:pt>
                <c:pt idx="429">
                  <c:v>9.9981217502259359</c:v>
                </c:pt>
                <c:pt idx="430">
                  <c:v>9.9981589420633217</c:v>
                </c:pt>
                <c:pt idx="431">
                  <c:v>9.9981953974529887</c:v>
                </c:pt>
                <c:pt idx="432">
                  <c:v>9.9982311309775707</c:v>
                </c:pt>
                <c:pt idx="433">
                  <c:v>9.9982661569309652</c:v>
                </c:pt>
                <c:pt idx="434">
                  <c:v>9.9983004893240075</c:v>
                </c:pt>
                <c:pt idx="435">
                  <c:v>9.9983341418901208</c:v>
                </c:pt>
                <c:pt idx="436">
                  <c:v>9.9983671280907789</c:v>
                </c:pt>
                <c:pt idx="437">
                  <c:v>9.9983994611209024</c:v>
                </c:pt>
                <c:pt idx="438">
                  <c:v>9.9984311539141331</c:v>
                </c:pt>
                <c:pt idx="439">
                  <c:v>9.9984622191480153</c:v>
                </c:pt>
                <c:pt idx="440">
                  <c:v>9.9984926692490479</c:v>
                </c:pt>
                <c:pt idx="441">
                  <c:v>9.9985225163976796</c:v>
                </c:pt>
                <c:pt idx="442">
                  <c:v>9.998551772533169</c:v>
                </c:pt>
                <c:pt idx="443">
                  <c:v>9.9985804493583696</c:v>
                </c:pt>
                <c:pt idx="444">
                  <c:v>9.9986085583443849</c:v>
                </c:pt>
                <c:pt idx="445">
                  <c:v>9.9986361107351804</c:v>
                </c:pt>
                <c:pt idx="446">
                  <c:v>9.9986631175520859</c:v>
                </c:pt>
                <c:pt idx="447">
                  <c:v>9.9986895895981878</c:v>
                </c:pt>
                <c:pt idx="448">
                  <c:v>9.9987155374626564</c:v>
                </c:pt>
                <c:pt idx="449">
                  <c:v>9.9987409715249846</c:v>
                </c:pt>
                <c:pt idx="450">
                  <c:v>9.998765901959132</c:v>
                </c:pt>
                <c:pt idx="451">
                  <c:v>9.9987903387376136</c:v>
                </c:pt>
                <c:pt idx="452">
                  <c:v>9.9988142916354548</c:v>
                </c:pt>
                <c:pt idx="453">
                  <c:v>9.9988377702341449</c:v>
                </c:pt>
                <c:pt idx="454">
                  <c:v>9.99886078392543</c:v>
                </c:pt>
                <c:pt idx="455">
                  <c:v>9.9988833419150982</c:v>
                </c:pt>
                <c:pt idx="456">
                  <c:v>9.9989054532266426</c:v>
                </c:pt>
                <c:pt idx="457">
                  <c:v>9.9989271267048814</c:v>
                </c:pt>
                <c:pt idx="458">
                  <c:v>9.9989483710194982</c:v>
                </c:pt>
                <c:pt idx="459">
                  <c:v>9.9989691946685006</c:v>
                </c:pt>
                <c:pt idx="460">
                  <c:v>9.9989896059816292</c:v>
                </c:pt>
                <c:pt idx="461">
                  <c:v>9.9990096131236772</c:v>
                </c:pt>
                <c:pt idx="462">
                  <c:v>9.9990292240977663</c:v>
                </c:pt>
                <c:pt idx="463">
                  <c:v>9.999048446748553</c:v>
                </c:pt>
                <c:pt idx="464">
                  <c:v>9.9990672887653531</c:v>
                </c:pt>
                <c:pt idx="465">
                  <c:v>9.9990857576852221</c:v>
                </c:pt>
                <c:pt idx="466">
                  <c:v>9.9991038608959695</c:v>
                </c:pt>
                <c:pt idx="467">
                  <c:v>9.9991216056391306</c:v>
                </c:pt>
                <c:pt idx="468">
                  <c:v>9.9991389990128372</c:v>
                </c:pt>
                <c:pt idx="469">
                  <c:v>9.9991560479746688</c:v>
                </c:pt>
                <c:pt idx="470">
                  <c:v>9.9991727593444342</c:v>
                </c:pt>
                <c:pt idx="471">
                  <c:v>9.9991891398069122</c:v>
                </c:pt>
                <c:pt idx="472">
                  <c:v>9.9992051959144952</c:v>
                </c:pt>
                <c:pt idx="473">
                  <c:v>9.9992209340898501</c:v>
                </c:pt>
                <c:pt idx="474">
                  <c:v>9.9992363606284531</c:v>
                </c:pt>
                <c:pt idx="475">
                  <c:v>9.9992514817011191</c:v>
                </c:pt>
                <c:pt idx="476">
                  <c:v>9.9992663033564941</c:v>
                </c:pt>
                <c:pt idx="477">
                  <c:v>9.9992808315234267</c:v>
                </c:pt>
                <c:pt idx="478">
                  <c:v>9.9992950720133784</c:v>
                </c:pt>
                <c:pt idx="479">
                  <c:v>9.9993090305227366</c:v>
                </c:pt>
                <c:pt idx="480">
                  <c:v>9.9993227126350916</c:v>
                </c:pt>
                <c:pt idx="481">
                  <c:v>9.9993361238234701</c:v>
                </c:pt>
                <c:pt idx="482">
                  <c:v>9.999349269452523</c:v>
                </c:pt>
                <c:pt idx="483">
                  <c:v>9.9993621547806857</c:v>
                </c:pt>
                <c:pt idx="484">
                  <c:v>9.9993747849622512</c:v>
                </c:pt>
                <c:pt idx="485">
                  <c:v>9.9993871650494697</c:v>
                </c:pt>
                <c:pt idx="486">
                  <c:v>9.9993992999945327</c:v>
                </c:pt>
                <c:pt idx="487">
                  <c:v>9.999411194651584</c:v>
                </c:pt>
                <c:pt idx="488">
                  <c:v>9.9994228537786523</c:v>
                </c:pt>
                <c:pt idx="489">
                  <c:v>9.9994342820395268</c:v>
                </c:pt>
                <c:pt idx="490">
                  <c:v>9.9994454840056797</c:v>
                </c:pt>
                <c:pt idx="491">
                  <c:v>9.9994564641580403</c:v>
                </c:pt>
                <c:pt idx="492">
                  <c:v>9.9994672268888163</c:v>
                </c:pt>
                <c:pt idx="493">
                  <c:v>9.9994777765032445</c:v>
                </c:pt>
                <c:pt idx="494">
                  <c:v>9.9994881172213113</c:v>
                </c:pt>
                <c:pt idx="495">
                  <c:v>9.9994982531794392</c:v>
                </c:pt>
                <c:pt idx="496">
                  <c:v>9.9995081884321486</c:v>
                </c:pt>
                <c:pt idx="497">
                  <c:v>9.9995179269536756</c:v>
                </c:pt>
                <c:pt idx="498">
                  <c:v>9.9995274726395547</c:v>
                </c:pt>
                <c:pt idx="499">
                  <c:v>9.9995368293081963</c:v>
                </c:pt>
                <c:pt idx="500">
                  <c:v>9.9995460007023773</c:v>
                </c:pt>
                <c:pt idx="501">
                  <c:v>9.9995549904907861</c:v>
                </c:pt>
                <c:pt idx="502">
                  <c:v>9.9995638022694617</c:v>
                </c:pt>
                <c:pt idx="503">
                  <c:v>9.9995724395632273</c:v>
                </c:pt>
                <c:pt idx="504">
                  <c:v>9.9995809058271163</c:v>
                </c:pt>
                <c:pt idx="505">
                  <c:v>9.9995892044477497</c:v>
                </c:pt>
                <c:pt idx="506">
                  <c:v>9.9995973387446853</c:v>
                </c:pt>
                <c:pt idx="507">
                  <c:v>9.999605311971747</c:v>
                </c:pt>
                <c:pt idx="508">
                  <c:v>9.9996131273183337</c:v>
                </c:pt>
                <c:pt idx="509">
                  <c:v>9.9996207879106915</c:v>
                </c:pt>
                <c:pt idx="510">
                  <c:v>9.9996282968131585</c:v>
                </c:pt>
                <c:pt idx="511">
                  <c:v>9.9996356570293976</c:v>
                </c:pt>
                <c:pt idx="512">
                  <c:v>9.9996428715035854</c:v>
                </c:pt>
                <c:pt idx="513">
                  <c:v>9.9996499431216144</c:v>
                </c:pt>
                <c:pt idx="514">
                  <c:v>9.9996568747122243</c:v>
                </c:pt>
                <c:pt idx="515">
                  <c:v>9.9996636690481449</c:v>
                </c:pt>
                <c:pt idx="516">
                  <c:v>9.9996703288472002</c:v>
                </c:pt>
                <c:pt idx="517">
                  <c:v>9.999676856773398</c:v>
                </c:pt>
                <c:pt idx="518">
                  <c:v>9.9996832554379971</c:v>
                </c:pt>
                <c:pt idx="519">
                  <c:v>9.9996895274005464</c:v>
                </c:pt>
                <c:pt idx="520">
                  <c:v>9.9996956751699191</c:v>
                </c:pt>
                <c:pt idx="521">
                  <c:v>9.9997017012052964</c:v>
                </c:pt>
                <c:pt idx="522">
                  <c:v>9.999707607917184</c:v>
                </c:pt>
                <c:pt idx="523">
                  <c:v>9.999713397668339</c:v>
                </c:pt>
                <c:pt idx="524">
                  <c:v>9.9997190727747398</c:v>
                </c:pt>
                <c:pt idx="525">
                  <c:v>9.9997246355065048</c:v>
                </c:pt>
                <c:pt idx="526">
                  <c:v>9.9997300880888016</c:v>
                </c:pt>
                <c:pt idx="527">
                  <c:v>9.9997354327027317</c:v>
                </c:pt>
                <c:pt idx="528">
                  <c:v>9.9997406714862187</c:v>
                </c:pt>
                <c:pt idx="529">
                  <c:v>9.9997458065348397</c:v>
                </c:pt>
                <c:pt idx="530">
                  <c:v>9.9997508399026884</c:v>
                </c:pt>
                <c:pt idx="531">
                  <c:v>9.9997557736031712</c:v>
                </c:pt>
                <c:pt idx="532">
                  <c:v>9.9997606096098455</c:v>
                </c:pt>
                <c:pt idx="533">
                  <c:v>9.9997653498571637</c:v>
                </c:pt>
                <c:pt idx="534">
                  <c:v>9.9997699962413034</c:v>
                </c:pt>
                <c:pt idx="535">
                  <c:v>9.9997745506208702</c:v>
                </c:pt>
                <c:pt idx="536">
                  <c:v>9.9997790148176762</c:v>
                </c:pt>
                <c:pt idx="537">
                  <c:v>9.9997833906174662</c:v>
                </c:pt>
                <c:pt idx="538">
                  <c:v>9.9997876797706162</c:v>
                </c:pt>
                <c:pt idx="539">
                  <c:v>9.9997918839928399</c:v>
                </c:pt>
                <c:pt idx="540">
                  <c:v>9.9997960049658925</c:v>
                </c:pt>
                <c:pt idx="541">
                  <c:v>9.9998000443382047</c:v>
                </c:pt>
                <c:pt idx="542">
                  <c:v>9.9998040037255862</c:v>
                </c:pt>
                <c:pt idx="543">
                  <c:v>9.9998078847118457</c:v>
                </c:pt>
                <c:pt idx="544">
                  <c:v>9.9998116888494302</c:v>
                </c:pt>
                <c:pt idx="545">
                  <c:v>9.9998154176600433</c:v>
                </c:pt>
                <c:pt idx="546">
                  <c:v>9.99981907263526</c:v>
                </c:pt>
                <c:pt idx="547">
                  <c:v>9.9998226552371143</c:v>
                </c:pt>
                <c:pt idx="548">
                  <c:v>9.9998261668987016</c:v>
                </c:pt>
                <c:pt idx="549">
                  <c:v>9.9998296090247329</c:v>
                </c:pt>
                <c:pt idx="550">
                  <c:v>9.9998329829920998</c:v>
                </c:pt>
                <c:pt idx="551">
                  <c:v>9.9998362901504354</c:v>
                </c:pt>
                <c:pt idx="552">
                  <c:v>9.9998395318226514</c:v>
                </c:pt>
                <c:pt idx="553">
                  <c:v>9.9998427093054527</c:v>
                </c:pt>
                <c:pt idx="554">
                  <c:v>9.9998458238698831</c:v>
                </c:pt>
                <c:pt idx="555">
                  <c:v>9.9998488767618028</c:v>
                </c:pt>
                <c:pt idx="556">
                  <c:v>9.9998518692024128</c:v>
                </c:pt>
                <c:pt idx="557">
                  <c:v>9.9998548023887306</c:v>
                </c:pt>
                <c:pt idx="558">
                  <c:v>9.9998576774940648</c:v>
                </c:pt>
                <c:pt idx="559">
                  <c:v>9.9998604956685</c:v>
                </c:pt>
                <c:pt idx="560">
                  <c:v>9.9998632580393458</c:v>
                </c:pt>
                <c:pt idx="561">
                  <c:v>9.9998659657115763</c:v>
                </c:pt>
                <c:pt idx="562">
                  <c:v>9.9998686197683142</c:v>
                </c:pt>
                <c:pt idx="563">
                  <c:v>9.9998712212712011</c:v>
                </c:pt>
                <c:pt idx="564">
                  <c:v>9.9998737712608783</c:v>
                </c:pt>
                <c:pt idx="565">
                  <c:v>9.9998762707573832</c:v>
                </c:pt>
                <c:pt idx="566">
                  <c:v>9.9998787207605329</c:v>
                </c:pt>
                <c:pt idx="567">
                  <c:v>9.9998811222503772</c:v>
                </c:pt>
                <c:pt idx="568">
                  <c:v>9.9998834761875344</c:v>
                </c:pt>
                <c:pt idx="569">
                  <c:v>9.9998857835136157</c:v>
                </c:pt>
                <c:pt idx="570">
                  <c:v>9.9998880451515717</c:v>
                </c:pt>
                <c:pt idx="571">
                  <c:v>9.9998902620061028</c:v>
                </c:pt>
                <c:pt idx="572">
                  <c:v>9.9998924349639715</c:v>
                </c:pt>
                <c:pt idx="573">
                  <c:v>9.999894564894392</c:v>
                </c:pt>
                <c:pt idx="574">
                  <c:v>9.9998966526493636</c:v>
                </c:pt>
                <c:pt idx="575">
                  <c:v>9.9998986990640155</c:v>
                </c:pt>
                <c:pt idx="576">
                  <c:v>9.9999007049569428</c:v>
                </c:pt>
                <c:pt idx="577">
                  <c:v>9.9999026711305259</c:v>
                </c:pt>
                <c:pt idx="578">
                  <c:v>9.9999045983712715</c:v>
                </c:pt>
                <c:pt idx="579">
                  <c:v>9.9999064874500849</c:v>
                </c:pt>
                <c:pt idx="580">
                  <c:v>9.9999083391226389</c:v>
                </c:pt>
                <c:pt idx="581">
                  <c:v>9.9999101541296174</c:v>
                </c:pt>
                <c:pt idx="582">
                  <c:v>9.9999119331970476</c:v>
                </c:pt>
                <c:pt idx="583">
                  <c:v>9.9999136770365809</c:v>
                </c:pt>
                <c:pt idx="584">
                  <c:v>9.9999153863457817</c:v>
                </c:pt>
                <c:pt idx="585">
                  <c:v>9.9999170618083948</c:v>
                </c:pt>
                <c:pt idx="586">
                  <c:v>9.9999187040946182</c:v>
                </c:pt>
                <c:pt idx="587">
                  <c:v>9.9999203138614003</c:v>
                </c:pt>
                <c:pt idx="588">
                  <c:v>9.9999218917526651</c:v>
                </c:pt>
                <c:pt idx="589">
                  <c:v>9.9999234383995859</c:v>
                </c:pt>
                <c:pt idx="590">
                  <c:v>9.9999249544208517</c:v>
                </c:pt>
                <c:pt idx="591">
                  <c:v>9.9999264404228789</c:v>
                </c:pt>
                <c:pt idx="592">
                  <c:v>9.9999278970000987</c:v>
                </c:pt>
                <c:pt idx="593">
                  <c:v>9.9999293247351524</c:v>
                </c:pt>
                <c:pt idx="594">
                  <c:v>9.999930724199162</c:v>
                </c:pt>
                <c:pt idx="595">
                  <c:v>9.9999320959519267</c:v>
                </c:pt>
                <c:pt idx="596">
                  <c:v>9.9999334405421649</c:v>
                </c:pt>
                <c:pt idx="597">
                  <c:v>9.9999347585077363</c:v>
                </c:pt>
                <c:pt idx="598">
                  <c:v>9.9999360503758368</c:v>
                </c:pt>
                <c:pt idx="599">
                  <c:v>9.9999373166632406</c:v>
                </c:pt>
                <c:pt idx="600">
                  <c:v>9.9999385578764688</c:v>
                </c:pt>
                <c:pt idx="601">
                  <c:v>9.9999397745120273</c:v>
                </c:pt>
                <c:pt idx="602">
                  <c:v>9.99994096705659</c:v>
                </c:pt>
                <c:pt idx="603">
                  <c:v>9.9999421359871903</c:v>
                </c:pt>
                <c:pt idx="604">
                  <c:v>9.999943281771408</c:v>
                </c:pt>
                <c:pt idx="605">
                  <c:v>9.9999444048675841</c:v>
                </c:pt>
                <c:pt idx="606">
                  <c:v>9.9999455057249644</c:v>
                </c:pt>
                <c:pt idx="607">
                  <c:v>9.999946584783908</c:v>
                </c:pt>
                <c:pt idx="608">
                  <c:v>9.9999476424760498</c:v>
                </c:pt>
                <c:pt idx="609">
                  <c:v>9.9999486792244863</c:v>
                </c:pt>
                <c:pt idx="610">
                  <c:v>9.9999496954439309</c:v>
                </c:pt>
                <c:pt idx="611">
                  <c:v>9.999950691540878</c:v>
                </c:pt>
                <c:pt idx="612">
                  <c:v>9.9999516679137859</c:v>
                </c:pt>
                <c:pt idx="613">
                  <c:v>9.9999526249532167</c:v>
                </c:pt>
                <c:pt idx="614">
                  <c:v>9.9999535630419949</c:v>
                </c:pt>
                <c:pt idx="615">
                  <c:v>9.9999544825553688</c:v>
                </c:pt>
                <c:pt idx="616">
                  <c:v>9.9999553838611579</c:v>
                </c:pt>
                <c:pt idx="617">
                  <c:v>9.9999562673199041</c:v>
                </c:pt>
                <c:pt idx="618">
                  <c:v>9.9999571332849868</c:v>
                </c:pt>
                <c:pt idx="619">
                  <c:v>9.9999579821028153</c:v>
                </c:pt>
                <c:pt idx="620">
                  <c:v>9.9999588141129241</c:v>
                </c:pt>
                <c:pt idx="621">
                  <c:v>9.9999596296481297</c:v>
                </c:pt>
                <c:pt idx="622">
                  <c:v>9.9999604290346547</c:v>
                </c:pt>
                <c:pt idx="623">
                  <c:v>9.9999612125922699</c:v>
                </c:pt>
                <c:pt idx="624">
                  <c:v>9.9999619806343993</c:v>
                </c:pt>
                <c:pt idx="625">
                  <c:v>9.9999627334682817</c:v>
                </c:pt>
                <c:pt idx="626">
                  <c:v>9.9999634713950485</c:v>
                </c:pt>
                <c:pt idx="627">
                  <c:v>9.9999641947098894</c:v>
                </c:pt>
                <c:pt idx="628">
                  <c:v>9.9999649037021356</c:v>
                </c:pt>
                <c:pt idx="629">
                  <c:v>9.9999655986553968</c:v>
                </c:pt>
                <c:pt idx="630">
                  <c:v>9.9999662798476621</c:v>
                </c:pt>
                <c:pt idx="631">
                  <c:v>9.9999669475514121</c:v>
                </c:pt>
                <c:pt idx="632">
                  <c:v>9.9999676020337436</c:v>
                </c:pt>
                <c:pt idx="633">
                  <c:v>9.9999682435564559</c:v>
                </c:pt>
                <c:pt idx="634">
                  <c:v>9.9999688723761686</c:v>
                </c:pt>
                <c:pt idx="635">
                  <c:v>9.9999694887444193</c:v>
                </c:pt>
                <c:pt idx="636">
                  <c:v>9.9999700929077591</c:v>
                </c:pt>
                <c:pt idx="637">
                  <c:v>9.9999706851078631</c:v>
                </c:pt>
                <c:pt idx="638">
                  <c:v>9.9999712655816193</c:v>
                </c:pt>
                <c:pt idx="639">
                  <c:v>9.9999718345612258</c:v>
                </c:pt>
                <c:pt idx="640">
                  <c:v>9.9999723922742803</c:v>
                </c:pt>
                <c:pt idx="641">
                  <c:v>9.9999729389438752</c:v>
                </c:pt>
                <c:pt idx="642">
                  <c:v>9.999973474788689</c:v>
                </c:pt>
                <c:pt idx="643">
                  <c:v>9.9999740000230641</c:v>
                </c:pt>
                <c:pt idx="644">
                  <c:v>9.9999745148571026</c:v>
                </c:pt>
                <c:pt idx="645">
                  <c:v>9.9999750194967429</c:v>
                </c:pt>
                <c:pt idx="646">
                  <c:v>9.9999755141438467</c:v>
                </c:pt>
                <c:pt idx="647">
                  <c:v>9.999975998996284</c:v>
                </c:pt>
                <c:pt idx="648">
                  <c:v>9.9999764742480011</c:v>
                </c:pt>
                <c:pt idx="649">
                  <c:v>9.9999769400891001</c:v>
                </c:pt>
                <c:pt idx="650">
                  <c:v>9.9999773967059298</c:v>
                </c:pt>
                <c:pt idx="651">
                  <c:v>9.9999778442811404</c:v>
                </c:pt>
                <c:pt idx="652">
                  <c:v>9.9999782829937658</c:v>
                </c:pt>
                <c:pt idx="653">
                  <c:v>9.999978713019301</c:v>
                </c:pt>
                <c:pt idx="654">
                  <c:v>9.9999791345297631</c:v>
                </c:pt>
                <c:pt idx="655">
                  <c:v>9.999979547693755</c:v>
                </c:pt>
                <c:pt idx="656">
                  <c:v>9.9999799526765507</c:v>
                </c:pt>
                <c:pt idx="657">
                  <c:v>9.999980349640154</c:v>
                </c:pt>
                <c:pt idx="658">
                  <c:v>9.9999807387433517</c:v>
                </c:pt>
                <c:pt idx="659">
                  <c:v>9.9999811201417828</c:v>
                </c:pt>
                <c:pt idx="660">
                  <c:v>9.9999814939880238</c:v>
                </c:pt>
                <c:pt idx="661">
                  <c:v>9.999981860431614</c:v>
                </c:pt>
                <c:pt idx="662">
                  <c:v>9.9999822196191346</c:v>
                </c:pt>
                <c:pt idx="663">
                  <c:v>9.9999825716942645</c:v>
                </c:pt>
                <c:pt idx="664">
                  <c:v>9.9999829167978405</c:v>
                </c:pt>
                <c:pt idx="665">
                  <c:v>9.9999832550679084</c:v>
                </c:pt>
                <c:pt idx="666">
                  <c:v>9.999983586639777</c:v>
                </c:pt>
                <c:pt idx="667">
                  <c:v>9.9999839116460869</c:v>
                </c:pt>
                <c:pt idx="668">
                  <c:v>9.9999842302168389</c:v>
                </c:pt>
                <c:pt idx="669">
                  <c:v>9.9999845424794671</c:v>
                </c:pt>
                <c:pt idx="670">
                  <c:v>9.9999848485588778</c:v>
                </c:pt>
                <c:pt idx="671">
                  <c:v>9.9999851485775135</c:v>
                </c:pt>
                <c:pt idx="672">
                  <c:v>9.9999854426553831</c:v>
                </c:pt>
                <c:pt idx="673">
                  <c:v>9.9999857309101188</c:v>
                </c:pt>
                <c:pt idx="674">
                  <c:v>9.9999860134570309</c:v>
                </c:pt>
                <c:pt idx="675">
                  <c:v>9.9999862904091383</c:v>
                </c:pt>
                <c:pt idx="676">
                  <c:v>9.9999865618772255</c:v>
                </c:pt>
                <c:pt idx="677">
                  <c:v>9.9999868279698845</c:v>
                </c:pt>
                <c:pt idx="678">
                  <c:v>9.9999870887935529</c:v>
                </c:pt>
                <c:pt idx="679">
                  <c:v>9.9999873444525704</c:v>
                </c:pt>
                <c:pt idx="680">
                  <c:v>9.9999875950492036</c:v>
                </c:pt>
                <c:pt idx="681">
                  <c:v>9.9999878406836853</c:v>
                </c:pt>
                <c:pt idx="682">
                  <c:v>9.9999880814542781</c:v>
                </c:pt>
                <c:pt idx="683">
                  <c:v>9.9999883174572979</c:v>
                </c:pt>
                <c:pt idx="684">
                  <c:v>9.9999885487871421</c:v>
                </c:pt>
                <c:pt idx="685">
                  <c:v>9.9999887755363499</c:v>
                </c:pt>
                <c:pt idx="686">
                  <c:v>9.9999889977956204</c:v>
                </c:pt>
                <c:pt idx="687">
                  <c:v>9.9999892156538639</c:v>
                </c:pt>
                <c:pt idx="688">
                  <c:v>9.9999894291982248</c:v>
                </c:pt>
                <c:pt idx="689">
                  <c:v>9.9999896385141227</c:v>
                </c:pt>
                <c:pt idx="690">
                  <c:v>9.9999898436852934</c:v>
                </c:pt>
                <c:pt idx="691">
                  <c:v>9.9999900447937957</c:v>
                </c:pt>
                <c:pt idx="692">
                  <c:v>9.9999902419200861</c:v>
                </c:pt>
                <c:pt idx="693">
                  <c:v>9.9999904351430153</c:v>
                </c:pt>
                <c:pt idx="694">
                  <c:v>9.9999906245398709</c:v>
                </c:pt>
                <c:pt idx="695">
                  <c:v>9.9999908101864232</c:v>
                </c:pt>
                <c:pt idx="696">
                  <c:v>9.9999909921569223</c:v>
                </c:pt>
                <c:pt idx="697">
                  <c:v>9.9999911705241651</c:v>
                </c:pt>
                <c:pt idx="698">
                  <c:v>9.9999913453594989</c:v>
                </c:pt>
                <c:pt idx="699">
                  <c:v>7.9094929383344352</c:v>
                </c:pt>
                <c:pt idx="700">
                  <c:v>7.9147126785946575</c:v>
                </c:pt>
                <c:pt idx="701">
                  <c:v>7.9199193858023378</c:v>
                </c:pt>
                <c:pt idx="702">
                  <c:v>7.9251130924994024</c:v>
                </c:pt>
                <c:pt idx="703">
                  <c:v>7.9302938311465461</c:v>
                </c:pt>
                <c:pt idx="704">
                  <c:v>7.9354616341233948</c:v>
                </c:pt>
                <c:pt idx="705">
                  <c:v>7.9406165337287353</c:v>
                </c:pt>
                <c:pt idx="706">
                  <c:v>7.9457585621807088</c:v>
                </c:pt>
                <c:pt idx="707">
                  <c:v>7.9508877516170084</c:v>
                </c:pt>
                <c:pt idx="708">
                  <c:v>7.9560041340950871</c:v>
                </c:pt>
                <c:pt idx="709">
                  <c:v>7.9611077415923495</c:v>
                </c:pt>
                <c:pt idx="710">
                  <c:v>7.9661986060063574</c:v>
                </c:pt>
                <c:pt idx="711">
                  <c:v>7.9712767591550371</c:v>
                </c:pt>
                <c:pt idx="712">
                  <c:v>7.9763422327768563</c:v>
                </c:pt>
                <c:pt idx="713">
                  <c:v>7.9813950585310396</c:v>
                </c:pt>
                <c:pt idx="714">
                  <c:v>7.9864352679977682</c:v>
                </c:pt>
                <c:pt idx="715">
                  <c:v>7.9914628926783724</c:v>
                </c:pt>
                <c:pt idx="716">
                  <c:v>7.9964779639955115</c:v>
                </c:pt>
                <c:pt idx="717">
                  <c:v>8.0014805132934068</c:v>
                </c:pt>
                <c:pt idx="718">
                  <c:v>8.0064705718380047</c:v>
                </c:pt>
                <c:pt idx="719">
                  <c:v>8.0114481708171859</c:v>
                </c:pt>
                <c:pt idx="720">
                  <c:v>8.0164133413409608</c:v>
                </c:pt>
                <c:pt idx="721">
                  <c:v>8.0213661144416637</c:v>
                </c:pt>
                <c:pt idx="722">
                  <c:v>8.0263065210741402</c:v>
                </c:pt>
                <c:pt idx="723">
                  <c:v>8.0312345921159505</c:v>
                </c:pt>
                <c:pt idx="724">
                  <c:v>8.0361503583675518</c:v>
                </c:pt>
                <c:pt idx="725">
                  <c:v>8.0410538505524976</c:v>
                </c:pt>
                <c:pt idx="726">
                  <c:v>8.0459450993176365</c:v>
                </c:pt>
                <c:pt idx="727">
                  <c:v>8.0508241352332828</c:v>
                </c:pt>
                <c:pt idx="728">
                  <c:v>8.0556909887934331</c:v>
                </c:pt>
                <c:pt idx="729">
                  <c:v>8.0605456904159301</c:v>
                </c:pt>
                <c:pt idx="730">
                  <c:v>8.0653882704426803</c:v>
                </c:pt>
                <c:pt idx="731">
                  <c:v>8.07021875913982</c:v>
                </c:pt>
                <c:pt idx="732">
                  <c:v>8.0750371866979265</c:v>
                </c:pt>
                <c:pt idx="733">
                  <c:v>8.0798435832321829</c:v>
                </c:pt>
                <c:pt idx="734">
                  <c:v>8.0846379787825846</c:v>
                </c:pt>
                <c:pt idx="735">
                  <c:v>8.089420403314115</c:v>
                </c:pt>
                <c:pt idx="736">
                  <c:v>8.0941908867169516</c:v>
                </c:pt>
                <c:pt idx="737">
                  <c:v>8.098949458806624</c:v>
                </c:pt>
                <c:pt idx="738">
                  <c:v>8.1036961493242288</c:v>
                </c:pt>
                <c:pt idx="739">
                  <c:v>8.1084309879365879</c:v>
                </c:pt>
                <c:pt idx="740">
                  <c:v>8.1131540042364687</c:v>
                </c:pt>
                <c:pt idx="741">
                  <c:v>8.1178652277427332</c:v>
                </c:pt>
                <c:pt idx="742">
                  <c:v>8.1225646879005424</c:v>
                </c:pt>
                <c:pt idx="743">
                  <c:v>8.127252414081541</c:v>
                </c:pt>
                <c:pt idx="744">
                  <c:v>8.1319284355840313</c:v>
                </c:pt>
                <c:pt idx="745">
                  <c:v>8.136592781633162</c:v>
                </c:pt>
                <c:pt idx="746">
                  <c:v>8.1412454813811141</c:v>
                </c:pt>
                <c:pt idx="747">
                  <c:v>8.1458865639072773</c:v>
                </c:pt>
                <c:pt idx="748">
                  <c:v>8.1505160582184253</c:v>
                </c:pt>
                <c:pt idx="749">
                  <c:v>8.1551339932489171</c:v>
                </c:pt>
                <c:pt idx="750">
                  <c:v>8.15974039786086</c:v>
                </c:pt>
                <c:pt idx="751">
                  <c:v>8.1643353008443</c:v>
                </c:pt>
                <c:pt idx="752">
                  <c:v>8.1689187309173921</c:v>
                </c:pt>
                <c:pt idx="753">
                  <c:v>8.1734907167265991</c:v>
                </c:pt>
                <c:pt idx="754">
                  <c:v>8.1780512868468307</c:v>
                </c:pt>
                <c:pt idx="755">
                  <c:v>8.1826004697816828</c:v>
                </c:pt>
                <c:pt idx="756">
                  <c:v>8.1871382939635495</c:v>
                </c:pt>
                <c:pt idx="757">
                  <c:v>8.1916647877538509</c:v>
                </c:pt>
                <c:pt idx="758">
                  <c:v>8.1961799794431958</c:v>
                </c:pt>
                <c:pt idx="759">
                  <c:v>8.200683897251535</c:v>
                </c:pt>
                <c:pt idx="760">
                  <c:v>8.2051765693283798</c:v>
                </c:pt>
                <c:pt idx="761">
                  <c:v>8.2096580237529349</c:v>
                </c:pt>
                <c:pt idx="762">
                  <c:v>8.2141282885343134</c:v>
                </c:pt>
                <c:pt idx="763">
                  <c:v>8.2185873916116829</c:v>
                </c:pt>
                <c:pt idx="764">
                  <c:v>8.223035360854448</c:v>
                </c:pt>
                <c:pt idx="765">
                  <c:v>8.2274722240624385</c:v>
                </c:pt>
                <c:pt idx="766">
                  <c:v>8.2318980089660556</c:v>
                </c:pt>
                <c:pt idx="767">
                  <c:v>8.2363127432264722</c:v>
                </c:pt>
                <c:pt idx="768">
                  <c:v>8.2407164544357983</c:v>
                </c:pt>
                <c:pt idx="769">
                  <c:v>8.2451091701172352</c:v>
                </c:pt>
                <c:pt idx="770">
                  <c:v>8.2494909177252733</c:v>
                </c:pt>
                <c:pt idx="771">
                  <c:v>8.2538617246458443</c:v>
                </c:pt>
                <c:pt idx="772">
                  <c:v>8.2582216181965133</c:v>
                </c:pt>
                <c:pt idx="773">
                  <c:v>8.2625706256266298</c:v>
                </c:pt>
                <c:pt idx="774">
                  <c:v>8.2669087741174945</c:v>
                </c:pt>
                <c:pt idx="775">
                  <c:v>8.2712360907825602</c:v>
                </c:pt>
                <c:pt idx="776">
                  <c:v>8.2755526026675668</c:v>
                </c:pt>
                <c:pt idx="777">
                  <c:v>8.2798583367507206</c:v>
                </c:pt>
                <c:pt idx="778">
                  <c:v>8.2841533199428827</c:v>
                </c:pt>
                <c:pt idx="779">
                  <c:v>8.2884375790877165</c:v>
                </c:pt>
                <c:pt idx="780">
                  <c:v>8.292711140961833</c:v>
                </c:pt>
                <c:pt idx="781">
                  <c:v>8.2969740322750329</c:v>
                </c:pt>
                <c:pt idx="782">
                  <c:v>8.3012262796703933</c:v>
                </c:pt>
                <c:pt idx="783">
                  <c:v>8.3054679097244684</c:v>
                </c:pt>
                <c:pt idx="784">
                  <c:v>8.309698948947462</c:v>
                </c:pt>
                <c:pt idx="785">
                  <c:v>8.313919423783382</c:v>
                </c:pt>
                <c:pt idx="786">
                  <c:v>8.3181293606102145</c:v>
                </c:pt>
                <c:pt idx="787">
                  <c:v>8.3223287857400763</c:v>
                </c:pt>
                <c:pt idx="788">
                  <c:v>8.3265177254193894</c:v>
                </c:pt>
                <c:pt idx="789">
                  <c:v>8.3306962058290406</c:v>
                </c:pt>
                <c:pt idx="790">
                  <c:v>8.3348642530845378</c:v>
                </c:pt>
                <c:pt idx="791">
                  <c:v>8.3390218932361986</c:v>
                </c:pt>
                <c:pt idx="792">
                  <c:v>8.3431691522692866</c:v>
                </c:pt>
                <c:pt idx="793">
                  <c:v>8.3473060561041823</c:v>
                </c:pt>
                <c:pt idx="794">
                  <c:v>8.3514326305965518</c:v>
                </c:pt>
                <c:pt idx="795">
                  <c:v>8.3555489015374924</c:v>
                </c:pt>
                <c:pt idx="796">
                  <c:v>8.3596548946537172</c:v>
                </c:pt>
                <c:pt idx="797">
                  <c:v>8.3637506356076923</c:v>
                </c:pt>
                <c:pt idx="798">
                  <c:v>8.367836149997812</c:v>
                </c:pt>
                <c:pt idx="799">
                  <c:v>8.3719114633585523</c:v>
                </c:pt>
                <c:pt idx="800">
                  <c:v>8.3759766011606516</c:v>
                </c:pt>
                <c:pt idx="801">
                  <c:v>8.380031588811212</c:v>
                </c:pt>
                <c:pt idx="802">
                  <c:v>8.3840764516539288</c:v>
                </c:pt>
                <c:pt idx="803">
                  <c:v>8.3881112149692125</c:v>
                </c:pt>
                <c:pt idx="804">
                  <c:v>8.3921359039743422</c:v>
                </c:pt>
                <c:pt idx="805">
                  <c:v>8.3961505438236372</c:v>
                </c:pt>
                <c:pt idx="806">
                  <c:v>8.4001551596086088</c:v>
                </c:pt>
                <c:pt idx="807">
                  <c:v>8.4041497763581194</c:v>
                </c:pt>
                <c:pt idx="808">
                  <c:v>8.4081344190385394</c:v>
                </c:pt>
                <c:pt idx="809">
                  <c:v>8.412109112553896</c:v>
                </c:pt>
                <c:pt idx="810">
                  <c:v>8.416073881746037</c:v>
                </c:pt>
                <c:pt idx="811">
                  <c:v>8.4200287513947814</c:v>
                </c:pt>
                <c:pt idx="812">
                  <c:v>8.4239737462180813</c:v>
                </c:pt>
                <c:pt idx="813">
                  <c:v>8.427908890872164</c:v>
                </c:pt>
                <c:pt idx="814">
                  <c:v>8.4318342099517007</c:v>
                </c:pt>
                <c:pt idx="815">
                  <c:v>8.4357497279899416</c:v>
                </c:pt>
                <c:pt idx="816">
                  <c:v>8.4396554694588879</c:v>
                </c:pt>
                <c:pt idx="817">
                  <c:v>8.4435514587694449</c:v>
                </c:pt>
                <c:pt idx="818">
                  <c:v>8.447437720271548</c:v>
                </c:pt>
                <c:pt idx="819">
                  <c:v>8.4513142782543511</c:v>
                </c:pt>
                <c:pt idx="820">
                  <c:v>8.4551811569463542</c:v>
                </c:pt>
                <c:pt idx="821">
                  <c:v>8.4590383805155511</c:v>
                </c:pt>
                <c:pt idx="822">
                  <c:v>8.4628859730696195</c:v>
                </c:pt>
                <c:pt idx="823">
                  <c:v>8.4667239586560097</c:v>
                </c:pt>
                <c:pt idx="824">
                  <c:v>8.4705523612621505</c:v>
                </c:pt>
                <c:pt idx="825">
                  <c:v>8.4743712048155686</c:v>
                </c:pt>
                <c:pt idx="826">
                  <c:v>8.4781805131840624</c:v>
                </c:pt>
                <c:pt idx="827">
                  <c:v>8.4819803101757998</c:v>
                </c:pt>
                <c:pt idx="828">
                  <c:v>8.4857706195395348</c:v>
                </c:pt>
                <c:pt idx="829">
                  <c:v>8.4895514649647144</c:v>
                </c:pt>
                <c:pt idx="830">
                  <c:v>8.4933228700816343</c:v>
                </c:pt>
                <c:pt idx="831">
                  <c:v>8.4970848584615872</c:v>
                </c:pt>
                <c:pt idx="832">
                  <c:v>8.500837453617013</c:v>
                </c:pt>
                <c:pt idx="833">
                  <c:v>8.5045806790016449</c:v>
                </c:pt>
                <c:pt idx="834">
                  <c:v>8.5083145580106478</c:v>
                </c:pt>
                <c:pt idx="835">
                  <c:v>8.5120391139807872</c:v>
                </c:pt>
                <c:pt idx="836">
                  <c:v>8.5157543701905425</c:v>
                </c:pt>
                <c:pt idx="837">
                  <c:v>8.5194603498602834</c:v>
                </c:pt>
                <c:pt idx="838">
                  <c:v>8.5231570761523869</c:v>
                </c:pt>
                <c:pt idx="839">
                  <c:v>8.5268445721714148</c:v>
                </c:pt>
                <c:pt idx="840">
                  <c:v>8.5305228609642167</c:v>
                </c:pt>
                <c:pt idx="841">
                  <c:v>8.5341919655201171</c:v>
                </c:pt>
                <c:pt idx="842">
                  <c:v>8.5378519087710334</c:v>
                </c:pt>
                <c:pt idx="843">
                  <c:v>8.5415027135916208</c:v>
                </c:pt>
                <c:pt idx="844">
                  <c:v>8.5451444027994192</c:v>
                </c:pt>
                <c:pt idx="845">
                  <c:v>8.5487769991550007</c:v>
                </c:pt>
                <c:pt idx="846">
                  <c:v>8.5524005253621045</c:v>
                </c:pt>
                <c:pt idx="847">
                  <c:v>8.5560150040677723</c:v>
                </c:pt>
                <c:pt idx="848">
                  <c:v>8.5596204578625201</c:v>
                </c:pt>
                <c:pt idx="849">
                  <c:v>8.56321690928044</c:v>
                </c:pt>
                <c:pt idx="850">
                  <c:v>8.5668043807993648</c:v>
                </c:pt>
                <c:pt idx="851">
                  <c:v>8.570382894841007</c:v>
                </c:pt>
                <c:pt idx="852">
                  <c:v>8.573952473771083</c:v>
                </c:pt>
                <c:pt idx="853">
                  <c:v>8.5775131398994837</c:v>
                </c:pt>
                <c:pt idx="854">
                  <c:v>8.5810649154803755</c:v>
                </c:pt>
                <c:pt idx="855">
                  <c:v>8.5846078227123712</c:v>
                </c:pt>
                <c:pt idx="856">
                  <c:v>8.5881418837386487</c:v>
                </c:pt>
                <c:pt idx="857">
                  <c:v>8.5916671206471058</c:v>
                </c:pt>
                <c:pt idx="858">
                  <c:v>8.5951835554704843</c:v>
                </c:pt>
                <c:pt idx="859">
                  <c:v>8.5986912101865087</c:v>
                </c:pt>
                <c:pt idx="860">
                  <c:v>8.6021901067180373</c:v>
                </c:pt>
                <c:pt idx="861">
                  <c:v>8.6056802669331827</c:v>
                </c:pt>
                <c:pt idx="862">
                  <c:v>8.6091617126454523</c:v>
                </c:pt>
                <c:pt idx="863">
                  <c:v>8.6126344656139047</c:v>
                </c:pt>
                <c:pt idx="864">
                  <c:v>8.6160985475432508</c:v>
                </c:pt>
                <c:pt idx="865">
                  <c:v>8.619553980084012</c:v>
                </c:pt>
                <c:pt idx="866">
                  <c:v>8.6230007848326533</c:v>
                </c:pt>
                <c:pt idx="867">
                  <c:v>8.6264389833317185</c:v>
                </c:pt>
                <c:pt idx="868">
                  <c:v>8.6298685970699633</c:v>
                </c:pt>
                <c:pt idx="869">
                  <c:v>8.6332896474824725</c:v>
                </c:pt>
                <c:pt idx="870">
                  <c:v>8.6367021559508323</c:v>
                </c:pt>
                <c:pt idx="871">
                  <c:v>8.6401061438032336</c:v>
                </c:pt>
                <c:pt idx="872">
                  <c:v>8.6435016323146012</c:v>
                </c:pt>
                <c:pt idx="873">
                  <c:v>8.6468886427067559</c:v>
                </c:pt>
                <c:pt idx="874">
                  <c:v>8.6502671961485227</c:v>
                </c:pt>
                <c:pt idx="875">
                  <c:v>8.6536373137558762</c:v>
                </c:pt>
                <c:pt idx="876">
                  <c:v>8.6569990165920547</c:v>
                </c:pt>
                <c:pt idx="877">
                  <c:v>8.6603523256677128</c:v>
                </c:pt>
                <c:pt idx="878">
                  <c:v>8.6636972619410511</c:v>
                </c:pt>
                <c:pt idx="879">
                  <c:v>8.6670338463179206</c:v>
                </c:pt>
                <c:pt idx="880">
                  <c:v>8.6703620996519941</c:v>
                </c:pt>
                <c:pt idx="881">
                  <c:v>8.6736820427448631</c:v>
                </c:pt>
                <c:pt idx="882">
                  <c:v>8.6769936963461749</c:v>
                </c:pt>
                <c:pt idx="883">
                  <c:v>8.6802970811537872</c:v>
                </c:pt>
                <c:pt idx="884">
                  <c:v>8.6835922178138656</c:v>
                </c:pt>
                <c:pt idx="885">
                  <c:v>8.6868791269210135</c:v>
                </c:pt>
                <c:pt idx="886">
                  <c:v>8.6901578290184318</c:v>
                </c:pt>
                <c:pt idx="887">
                  <c:v>8.6934283445980149</c:v>
                </c:pt>
                <c:pt idx="888">
                  <c:v>8.6966906941005035</c:v>
                </c:pt>
                <c:pt idx="889">
                  <c:v>8.6999448979155858</c:v>
                </c:pt>
                <c:pt idx="890">
                  <c:v>8.7031909763820501</c:v>
                </c:pt>
                <c:pt idx="891">
                  <c:v>8.7064289497878917</c:v>
                </c:pt>
                <c:pt idx="892">
                  <c:v>8.7096588383704603</c:v>
                </c:pt>
                <c:pt idx="893">
                  <c:v>8.712880662316568</c:v>
                </c:pt>
                <c:pt idx="894">
                  <c:v>8.7160944417626247</c:v>
                </c:pt>
                <c:pt idx="895">
                  <c:v>8.7193001967947659</c:v>
                </c:pt>
                <c:pt idx="896">
                  <c:v>8.7224979474489679</c:v>
                </c:pt>
                <c:pt idx="897">
                  <c:v>8.7256877137111779</c:v>
                </c:pt>
                <c:pt idx="898">
                  <c:v>8.728869515517454</c:v>
                </c:pt>
                <c:pt idx="899">
                  <c:v>8.7320433727540649</c:v>
                </c:pt>
                <c:pt idx="900">
                  <c:v>8.7352093052576283</c:v>
                </c:pt>
                <c:pt idx="901">
                  <c:v>8.7383673328152298</c:v>
                </c:pt>
                <c:pt idx="902">
                  <c:v>8.741517475164553</c:v>
                </c:pt>
                <c:pt idx="903">
                  <c:v>8.7446597519940052</c:v>
                </c:pt>
                <c:pt idx="904">
                  <c:v>8.7477941829428172</c:v>
                </c:pt>
                <c:pt idx="905">
                  <c:v>8.750920787601201</c:v>
                </c:pt>
                <c:pt idx="906">
                  <c:v>8.7540395855104371</c:v>
                </c:pt>
                <c:pt idx="907">
                  <c:v>8.7571505961630276</c:v>
                </c:pt>
                <c:pt idx="908">
                  <c:v>8.7602538390027966</c:v>
                </c:pt>
                <c:pt idx="909">
                  <c:v>8.7633493334250261</c:v>
                </c:pt>
                <c:pt idx="910">
                  <c:v>8.7664370987765654</c:v>
                </c:pt>
                <c:pt idx="911">
                  <c:v>8.7695171543559525</c:v>
                </c:pt>
                <c:pt idx="912">
                  <c:v>8.7725895194135521</c:v>
                </c:pt>
                <c:pt idx="913">
                  <c:v>8.7756542131516522</c:v>
                </c:pt>
                <c:pt idx="914">
                  <c:v>8.7787112547245929</c:v>
                </c:pt>
                <c:pt idx="915">
                  <c:v>8.7817606632389058</c:v>
                </c:pt>
                <c:pt idx="916">
                  <c:v>8.7848024577533987</c:v>
                </c:pt>
                <c:pt idx="917">
                  <c:v>8.7878366572792981</c:v>
                </c:pt>
                <c:pt idx="918">
                  <c:v>8.7908632807803535</c:v>
                </c:pt>
                <c:pt idx="919">
                  <c:v>8.7938823471729837</c:v>
                </c:pt>
                <c:pt idx="920">
                  <c:v>8.7968938753263544</c:v>
                </c:pt>
                <c:pt idx="921">
                  <c:v>8.7998978840625313</c:v>
                </c:pt>
                <c:pt idx="922">
                  <c:v>8.8028943921565777</c:v>
                </c:pt>
                <c:pt idx="923">
                  <c:v>8.805883418336677</c:v>
                </c:pt>
                <c:pt idx="924">
                  <c:v>8.8088649812842537</c:v>
                </c:pt>
                <c:pt idx="925">
                  <c:v>8.8118390996340867</c:v>
                </c:pt>
                <c:pt idx="926">
                  <c:v>8.81480579197442</c:v>
                </c:pt>
                <c:pt idx="927">
                  <c:v>8.8177650768471008</c:v>
                </c:pt>
                <c:pt idx="928">
                  <c:v>8.8207169727476646</c:v>
                </c:pt>
                <c:pt idx="929">
                  <c:v>8.823661498125464</c:v>
                </c:pt>
                <c:pt idx="930">
                  <c:v>8.8265986713838025</c:v>
                </c:pt>
                <c:pt idx="931">
                  <c:v>8.8295285108800154</c:v>
                </c:pt>
                <c:pt idx="932">
                  <c:v>8.832451034925608</c:v>
                </c:pt>
                <c:pt idx="933">
                  <c:v>8.8353662617863709</c:v>
                </c:pt>
                <c:pt idx="934">
                  <c:v>8.838274209682476</c:v>
                </c:pt>
                <c:pt idx="935">
                  <c:v>8.8411748967886155</c:v>
                </c:pt>
                <c:pt idx="936">
                  <c:v>8.844068341234081</c:v>
                </c:pt>
                <c:pt idx="937">
                  <c:v>8.8469545611029226</c:v>
                </c:pt>
                <c:pt idx="938">
                  <c:v>8.8498335744340171</c:v>
                </c:pt>
                <c:pt idx="939">
                  <c:v>8.8527053992212092</c:v>
                </c:pt>
                <c:pt idx="940">
                  <c:v>8.8555700534134072</c:v>
                </c:pt>
                <c:pt idx="941">
                  <c:v>8.858427554914714</c:v>
                </c:pt>
                <c:pt idx="942">
                  <c:v>8.8612779215845219</c:v>
                </c:pt>
                <c:pt idx="943">
                  <c:v>8.8641211712376347</c:v>
                </c:pt>
                <c:pt idx="944">
                  <c:v>8.8669573216443727</c:v>
                </c:pt>
                <c:pt idx="945">
                  <c:v>8.8697863905306811</c:v>
                </c:pt>
                <c:pt idx="946">
                  <c:v>8.8726083955782524</c:v>
                </c:pt>
                <c:pt idx="947">
                  <c:v>8.8754233544246244</c:v>
                </c:pt>
                <c:pt idx="948">
                  <c:v>8.8782312846633005</c:v>
                </c:pt>
                <c:pt idx="949">
                  <c:v>8.8810322038438549</c:v>
                </c:pt>
                <c:pt idx="950">
                  <c:v>8.8838261294720375</c:v>
                </c:pt>
                <c:pt idx="951">
                  <c:v>8.8866130790099014</c:v>
                </c:pt>
                <c:pt idx="952">
                  <c:v>8.8893930698758812</c:v>
                </c:pt>
                <c:pt idx="953">
                  <c:v>8.8921661194449371</c:v>
                </c:pt>
                <c:pt idx="954">
                  <c:v>8.8949322450486275</c:v>
                </c:pt>
                <c:pt idx="955">
                  <c:v>8.8976914639752529</c:v>
                </c:pt>
                <c:pt idx="956">
                  <c:v>8.900443793469945</c:v>
                </c:pt>
                <c:pt idx="957">
                  <c:v>8.9031892507347621</c:v>
                </c:pt>
                <c:pt idx="958">
                  <c:v>8.9059278529288264</c:v>
                </c:pt>
                <c:pt idx="959">
                  <c:v>8.9086596171684125</c:v>
                </c:pt>
                <c:pt idx="960">
                  <c:v>8.9113845605270505</c:v>
                </c:pt>
                <c:pt idx="961">
                  <c:v>8.9141027000356488</c:v>
                </c:pt>
                <c:pt idx="962">
                  <c:v>8.9168140526825876</c:v>
                </c:pt>
                <c:pt idx="963">
                  <c:v>8.9195186354138318</c:v>
                </c:pt>
                <c:pt idx="964">
                  <c:v>8.922216465133026</c:v>
                </c:pt>
                <c:pt idx="965">
                  <c:v>8.9249075587016247</c:v>
                </c:pt>
                <c:pt idx="966">
                  <c:v>8.927591932938963</c:v>
                </c:pt>
                <c:pt idx="967">
                  <c:v>8.9302696046223886</c:v>
                </c:pt>
                <c:pt idx="968">
                  <c:v>8.932940590487366</c:v>
                </c:pt>
                <c:pt idx="969">
                  <c:v>8.9356049072275567</c:v>
                </c:pt>
                <c:pt idx="970">
                  <c:v>8.9382625714949508</c:v>
                </c:pt>
                <c:pt idx="971">
                  <c:v>8.9409135998999645</c:v>
                </c:pt>
                <c:pt idx="972">
                  <c:v>8.943558009011527</c:v>
                </c:pt>
                <c:pt idx="973">
                  <c:v>8.9461958153572123</c:v>
                </c:pt>
                <c:pt idx="974">
                  <c:v>8.9488270354233084</c:v>
                </c:pt>
                <c:pt idx="975">
                  <c:v>8.9514516856549555</c:v>
                </c:pt>
                <c:pt idx="976">
                  <c:v>8.954069782456223</c:v>
                </c:pt>
                <c:pt idx="977">
                  <c:v>8.9566813421902296</c:v>
                </c:pt>
                <c:pt idx="978">
                  <c:v>8.9592863811792274</c:v>
                </c:pt>
                <c:pt idx="979">
                  <c:v>8.9618849157047222</c:v>
                </c:pt>
                <c:pt idx="980">
                  <c:v>8.964476962007554</c:v>
                </c:pt>
                <c:pt idx="981">
                  <c:v>8.9670625362880347</c:v>
                </c:pt>
                <c:pt idx="982">
                  <c:v>8.9696416547060043</c:v>
                </c:pt>
                <c:pt idx="983">
                  <c:v>8.9722143333809541</c:v>
                </c:pt>
                <c:pt idx="984">
                  <c:v>8.9747805883921448</c:v>
                </c:pt>
                <c:pt idx="985">
                  <c:v>8.9773404357786788</c:v>
                </c:pt>
                <c:pt idx="986">
                  <c:v>8.9798938915396072</c:v>
                </c:pt>
                <c:pt idx="987">
                  <c:v>8.9824409716340359</c:v>
                </c:pt>
                <c:pt idx="988">
                  <c:v>8.9849816919812238</c:v>
                </c:pt>
                <c:pt idx="989">
                  <c:v>8.9875160684606854</c:v>
                </c:pt>
                <c:pt idx="990">
                  <c:v>8.9900441169122765</c:v>
                </c:pt>
                <c:pt idx="991">
                  <c:v>8.9925658531363126</c:v>
                </c:pt>
                <c:pt idx="992">
                  <c:v>8.9950812928936514</c:v>
                </c:pt>
                <c:pt idx="993">
                  <c:v>8.997590451905797</c:v>
                </c:pt>
                <c:pt idx="994">
                  <c:v>9.000093345855003</c:v>
                </c:pt>
                <c:pt idx="995">
                  <c:v>9.0025899903843722</c:v>
                </c:pt>
                <c:pt idx="996">
                  <c:v>9.0050804010979277</c:v>
                </c:pt>
                <c:pt idx="997">
                  <c:v>9.0075645935607547</c:v>
                </c:pt>
                <c:pt idx="998">
                  <c:v>9.0100425832990627</c:v>
                </c:pt>
                <c:pt idx="999">
                  <c:v>9.0125143858002907</c:v>
                </c:pt>
                <c:pt idx="1000">
                  <c:v>9.0149800165132152</c:v>
                </c:pt>
                <c:pt idx="1001">
                  <c:v>9.0174394908480391</c:v>
                </c:pt>
                <c:pt idx="1002">
                  <c:v>9.0198928241764786</c:v>
                </c:pt>
                <c:pt idx="1003">
                  <c:v>9.0223400318318809</c:v>
                </c:pt>
                <c:pt idx="1004">
                  <c:v>9.0247811291093001</c:v>
                </c:pt>
                <c:pt idx="1005">
                  <c:v>9.0272161312656003</c:v>
                </c:pt>
                <c:pt idx="1006">
                  <c:v>9.0296450535195554</c:v>
                </c:pt>
                <c:pt idx="1007">
                  <c:v>9.0320679110519375</c:v>
                </c:pt>
                <c:pt idx="1008">
                  <c:v>9.034484719005615</c:v>
                </c:pt>
                <c:pt idx="1009">
                  <c:v>9.0368954924856357</c:v>
                </c:pt>
                <c:pt idx="1010">
                  <c:v>9.0393002465593533</c:v>
                </c:pt>
                <c:pt idx="1011">
                  <c:v>9.0416989962564838</c:v>
                </c:pt>
                <c:pt idx="1012">
                  <c:v>9.0440917565692232</c:v>
                </c:pt>
                <c:pt idx="1013">
                  <c:v>9.0464785424523289</c:v>
                </c:pt>
                <c:pt idx="1014">
                  <c:v>9.0488593688232211</c:v>
                </c:pt>
                <c:pt idx="1015">
                  <c:v>9.0512342505620733</c:v>
                </c:pt>
                <c:pt idx="1016">
                  <c:v>9.0536032025119031</c:v>
                </c:pt>
                <c:pt idx="1017">
                  <c:v>9.0559662394786677</c:v>
                </c:pt>
                <c:pt idx="1018">
                  <c:v>9.0583233762313498</c:v>
                </c:pt>
                <c:pt idx="1019">
                  <c:v>9.060674627502074</c:v>
                </c:pt>
                <c:pt idx="1020">
                  <c:v>9.0630200079861627</c:v>
                </c:pt>
                <c:pt idx="1021">
                  <c:v>9.0653595323422529</c:v>
                </c:pt>
                <c:pt idx="1022">
                  <c:v>9.0676932151923708</c:v>
                </c:pt>
                <c:pt idx="1023">
                  <c:v>9.0700210711220528</c:v>
                </c:pt>
                <c:pt idx="1024">
                  <c:v>9.0723431146804057</c:v>
                </c:pt>
                <c:pt idx="1025">
                  <c:v>9.074659360380199</c:v>
                </c:pt>
                <c:pt idx="1026">
                  <c:v>9.0769698226979862</c:v>
                </c:pt>
                <c:pt idx="1027">
                  <c:v>9.0792745160741593</c:v>
                </c:pt>
                <c:pt idx="1028">
                  <c:v>9.0815734549130607</c:v>
                </c:pt>
                <c:pt idx="1029">
                  <c:v>9.083866653583069</c:v>
                </c:pt>
                <c:pt idx="1030">
                  <c:v>9.086154126416675</c:v>
                </c:pt>
                <c:pt idx="1031">
                  <c:v>9.0884358877105988</c:v>
                </c:pt>
                <c:pt idx="1032">
                  <c:v>9.0907119517258526</c:v>
                </c:pt>
                <c:pt idx="1033">
                  <c:v>9.0929823326878481</c:v>
                </c:pt>
                <c:pt idx="1034">
                  <c:v>9.0952470447864666</c:v>
                </c:pt>
                <c:pt idx="1035">
                  <c:v>9.097506102176169</c:v>
                </c:pt>
                <c:pt idx="1036">
                  <c:v>9.0997595189760787</c:v>
                </c:pt>
                <c:pt idx="1037">
                  <c:v>9.1020073092700446</c:v>
                </c:pt>
                <c:pt idx="1038">
                  <c:v>9.1042494871067721</c:v>
                </c:pt>
                <c:pt idx="1039">
                  <c:v>9.1064860664998797</c:v>
                </c:pt>
                <c:pt idx="1040">
                  <c:v>9.1087170614279938</c:v>
                </c:pt>
                <c:pt idx="1041">
                  <c:v>9.1109424858348387</c:v>
                </c:pt>
                <c:pt idx="1042">
                  <c:v>9.1131623536293294</c:v>
                </c:pt>
                <c:pt idx="1043">
                  <c:v>9.1153766786856423</c:v>
                </c:pt>
                <c:pt idx="1044">
                  <c:v>9.1175854748433167</c:v>
                </c:pt>
                <c:pt idx="1045">
                  <c:v>9.1197887559073347</c:v>
                </c:pt>
                <c:pt idx="1046">
                  <c:v>9.121986535648217</c:v>
                </c:pt>
                <c:pt idx="1047">
                  <c:v>9.1241788278020799</c:v>
                </c:pt>
                <c:pt idx="1048">
                  <c:v>9.1263656460707701</c:v>
                </c:pt>
                <c:pt idx="1049">
                  <c:v>9.1285470041219092</c:v>
                </c:pt>
                <c:pt idx="1050">
                  <c:v>9.1307229155889846</c:v>
                </c:pt>
                <c:pt idx="1051">
                  <c:v>9.1328933940714485</c:v>
                </c:pt>
                <c:pt idx="1052">
                  <c:v>9.1350584531348051</c:v>
                </c:pt>
                <c:pt idx="1053">
                  <c:v>9.1372181063106765</c:v>
                </c:pt>
                <c:pt idx="1054">
                  <c:v>9.1393723670969109</c:v>
                </c:pt>
                <c:pt idx="1055">
                  <c:v>9.1415212489576323</c:v>
                </c:pt>
                <c:pt idx="1056">
                  <c:v>9.1436647653233649</c:v>
                </c:pt>
                <c:pt idx="1057">
                  <c:v>9.1458029295910972</c:v>
                </c:pt>
                <c:pt idx="1058">
                  <c:v>9.1479357551243545</c:v>
                </c:pt>
                <c:pt idx="1059">
                  <c:v>9.150063255253313</c:v>
                </c:pt>
                <c:pt idx="1060">
                  <c:v>9.1521854432748455</c:v>
                </c:pt>
                <c:pt idx="1061">
                  <c:v>9.1543023324526391</c:v>
                </c:pt>
                <c:pt idx="1062">
                  <c:v>9.1564139360172625</c:v>
                </c:pt>
                <c:pt idx="1063">
                  <c:v>9.1585202671662334</c:v>
                </c:pt>
                <c:pt idx="1064">
                  <c:v>9.1606213390641358</c:v>
                </c:pt>
                <c:pt idx="1065">
                  <c:v>9.1627171648426771</c:v>
                </c:pt>
                <c:pt idx="1066">
                  <c:v>9.1648077576007712</c:v>
                </c:pt>
                <c:pt idx="1067">
                  <c:v>9.1668931304046328</c:v>
                </c:pt>
                <c:pt idx="1068">
                  <c:v>9.1689732962878487</c:v>
                </c:pt>
                <c:pt idx="1069">
                  <c:v>9.1710482682514574</c:v>
                </c:pt>
                <c:pt idx="1070">
                  <c:v>9.1731180592640502</c:v>
                </c:pt>
                <c:pt idx="1071">
                  <c:v>9.1751826822618199</c:v>
                </c:pt>
                <c:pt idx="1072">
                  <c:v>9.1772421501486647</c:v>
                </c:pt>
                <c:pt idx="1073">
                  <c:v>9.1792964757962725</c:v>
                </c:pt>
                <c:pt idx="1074">
                  <c:v>9.1813456720441806</c:v>
                </c:pt>
                <c:pt idx="1075">
                  <c:v>9.1833897516998757</c:v>
                </c:pt>
                <c:pt idx="1076">
                  <c:v>9.1854287275388629</c:v>
                </c:pt>
                <c:pt idx="1077">
                  <c:v>9.1874626123047456</c:v>
                </c:pt>
                <c:pt idx="1078">
                  <c:v>9.1894914187093075</c:v>
                </c:pt>
                <c:pt idx="1079">
                  <c:v>9.1915151594325959</c:v>
                </c:pt>
                <c:pt idx="1080">
                  <c:v>9.193533847123005</c:v>
                </c:pt>
                <c:pt idx="1081">
                  <c:v>9.1955474943973297</c:v>
                </c:pt>
                <c:pt idx="1082">
                  <c:v>9.197556113840875</c:v>
                </c:pt>
                <c:pt idx="1083">
                  <c:v>9.1995597180075208</c:v>
                </c:pt>
                <c:pt idx="1084">
                  <c:v>9.2015583194197976</c:v>
                </c:pt>
                <c:pt idx="1085">
                  <c:v>9.2035519305689721</c:v>
                </c:pt>
                <c:pt idx="1086">
                  <c:v>9.2055405639151218</c:v>
                </c:pt>
                <c:pt idx="1087">
                  <c:v>9.2075242318872093</c:v>
                </c:pt>
                <c:pt idx="1088">
                  <c:v>9.2095029468831644</c:v>
                </c:pt>
                <c:pt idx="1089">
                  <c:v>9.2114767212699658</c:v>
                </c:pt>
                <c:pt idx="1090">
                  <c:v>9.2134455673837099</c:v>
                </c:pt>
                <c:pt idx="1091">
                  <c:v>9.2154094975296879</c:v>
                </c:pt>
                <c:pt idx="1092">
                  <c:v>9.2173685239824668</c:v>
                </c:pt>
                <c:pt idx="1093">
                  <c:v>9.2193226589859805</c:v>
                </c:pt>
                <c:pt idx="1094">
                  <c:v>9.2212719147535651</c:v>
                </c:pt>
                <c:pt idx="1095">
                  <c:v>9.2232163034680887</c:v>
                </c:pt>
                <c:pt idx="1096">
                  <c:v>9.2251558372819797</c:v>
                </c:pt>
                <c:pt idx="1097">
                  <c:v>9.2270905283173281</c:v>
                </c:pt>
                <c:pt idx="1098">
                  <c:v>9.2290203886659636</c:v>
                </c:pt>
                <c:pt idx="1099">
                  <c:v>9.230945430389518</c:v>
                </c:pt>
                <c:pt idx="1100">
                  <c:v>9.2328656655195065</c:v>
                </c:pt>
                <c:pt idx="1101">
                  <c:v>9.2347811060574116</c:v>
                </c:pt>
                <c:pt idx="1102">
                  <c:v>9.2366917639747363</c:v>
                </c:pt>
                <c:pt idx="1103">
                  <c:v>9.2385976512131016</c:v>
                </c:pt>
                <c:pt idx="1104">
                  <c:v>9.2404987796843105</c:v>
                </c:pt>
                <c:pt idx="1105">
                  <c:v>9.2423951612704158</c:v>
                </c:pt>
                <c:pt idx="1106">
                  <c:v>9.2442868078238192</c:v>
                </c:pt>
                <c:pt idx="1107">
                  <c:v>9.2461737311673051</c:v>
                </c:pt>
                <c:pt idx="1108">
                  <c:v>9.2480559430941582</c:v>
                </c:pt>
                <c:pt idx="1109">
                  <c:v>9.2499334553682147</c:v>
                </c:pt>
                <c:pt idx="1110">
                  <c:v>9.2518062797239242</c:v>
                </c:pt>
                <c:pt idx="1111">
                  <c:v>9.2536744278664376</c:v>
                </c:pt>
                <c:pt idx="1112">
                  <c:v>9.255537911471702</c:v>
                </c:pt>
                <c:pt idx="1113">
                  <c:v>9.2573967421864847</c:v>
                </c:pt>
                <c:pt idx="1114">
                  <c:v>9.2592509316284968</c:v>
                </c:pt>
                <c:pt idx="1115">
                  <c:v>9.2611004913864132</c:v>
                </c:pt>
                <c:pt idx="1116">
                  <c:v>9.2629454330200005</c:v>
                </c:pt>
                <c:pt idx="1117">
                  <c:v>9.264785768060138</c:v>
                </c:pt>
                <c:pt idx="1118">
                  <c:v>9.2666215080089422</c:v>
                </c:pt>
                <c:pt idx="1119">
                  <c:v>9.2684526643397742</c:v>
                </c:pt>
                <c:pt idx="1120">
                  <c:v>9.2702792484973831</c:v>
                </c:pt>
                <c:pt idx="1121">
                  <c:v>9.2721012718979203</c:v>
                </c:pt>
                <c:pt idx="1122">
                  <c:v>9.2739187459290342</c:v>
                </c:pt>
                <c:pt idx="1123">
                  <c:v>9.2757316819499511</c:v>
                </c:pt>
                <c:pt idx="1124">
                  <c:v>9.2775400912915149</c:v>
                </c:pt>
                <c:pt idx="1125">
                  <c:v>9.2793439852563022</c:v>
                </c:pt>
                <c:pt idx="1126">
                  <c:v>9.2811433751186527</c:v>
                </c:pt>
                <c:pt idx="1127">
                  <c:v>9.2829382721247597</c:v>
                </c:pt>
                <c:pt idx="1128">
                  <c:v>9.2847286874927235</c:v>
                </c:pt>
                <c:pt idx="1129">
                  <c:v>9.2865146324126666</c:v>
                </c:pt>
                <c:pt idx="1130">
                  <c:v>9.2882961180467358</c:v>
                </c:pt>
                <c:pt idx="1131">
                  <c:v>9.2900731555292229</c:v>
                </c:pt>
                <c:pt idx="1132">
                  <c:v>9.2918457559666248</c:v>
                </c:pt>
                <c:pt idx="1133">
                  <c:v>9.2936139304376972</c:v>
                </c:pt>
                <c:pt idx="1134">
                  <c:v>9.2953776899935292</c:v>
                </c:pt>
                <c:pt idx="1135">
                  <c:v>9.297137045657637</c:v>
                </c:pt>
                <c:pt idx="1136">
                  <c:v>9.2988920084259927</c:v>
                </c:pt>
                <c:pt idx="1137">
                  <c:v>9.3006425892671167</c:v>
                </c:pt>
                <c:pt idx="1138">
                  <c:v>9.302388799122145</c:v>
                </c:pt>
                <c:pt idx="1139">
                  <c:v>9.3041306489048967</c:v>
                </c:pt>
                <c:pt idx="1140">
                  <c:v>9.30586814950194</c:v>
                </c:pt>
                <c:pt idx="1141">
                  <c:v>9.3076013117726575</c:v>
                </c:pt>
                <c:pt idx="1142">
                  <c:v>9.3093301465493212</c:v>
                </c:pt>
                <c:pt idx="1143">
                  <c:v>9.3110546646371493</c:v>
                </c:pt>
                <c:pt idx="1144">
                  <c:v>9.3127748768143945</c:v>
                </c:pt>
                <c:pt idx="1145">
                  <c:v>9.3144907938323769</c:v>
                </c:pt>
                <c:pt idx="1146">
                  <c:v>9.3162024264155914</c:v>
                </c:pt>
                <c:pt idx="1147">
                  <c:v>9.3179097852617456</c:v>
                </c:pt>
                <c:pt idx="1148">
                  <c:v>9.3196128810418397</c:v>
                </c:pt>
                <c:pt idx="1149">
                  <c:v>9.3213117244002195</c:v>
                </c:pt>
                <c:pt idx="1150">
                  <c:v>9.3230063259546725</c:v>
                </c:pt>
                <c:pt idx="1151">
                  <c:v>9.3246966962964564</c:v>
                </c:pt>
                <c:pt idx="1152">
                  <c:v>9.3263828459903948</c:v>
                </c:pt>
                <c:pt idx="1153">
                  <c:v>9.3280647855749272</c:v>
                </c:pt>
                <c:pt idx="1154">
                  <c:v>9.3297425255621853</c:v>
                </c:pt>
                <c:pt idx="1155">
                  <c:v>9.3314160764380443</c:v>
                </c:pt>
                <c:pt idx="1156">
                  <c:v>9.3330854486622048</c:v>
                </c:pt>
                <c:pt idx="1157">
                  <c:v>9.334750652668248</c:v>
                </c:pt>
                <c:pt idx="1158">
                  <c:v>9.3364116988637047</c:v>
                </c:pt>
                <c:pt idx="1159">
                  <c:v>9.3380685976301159</c:v>
                </c:pt>
                <c:pt idx="1160">
                  <c:v>9.3397213593231125</c:v>
                </c:pt>
                <c:pt idx="1161">
                  <c:v>9.3413699942724513</c:v>
                </c:pt>
                <c:pt idx="1162">
                  <c:v>9.3430145127821191</c:v>
                </c:pt>
                <c:pt idx="1163">
                  <c:v>9.3446549251303441</c:v>
                </c:pt>
                <c:pt idx="1164">
                  <c:v>9.3462912415697215</c:v>
                </c:pt>
                <c:pt idx="1165">
                  <c:v>9.3479234723272278</c:v>
                </c:pt>
                <c:pt idx="1166">
                  <c:v>9.3495516276043205</c:v>
                </c:pt>
                <c:pt idx="1167">
                  <c:v>9.3511757175769628</c:v>
                </c:pt>
                <c:pt idx="1168">
                  <c:v>9.3527957523957301</c:v>
                </c:pt>
                <c:pt idx="1169">
                  <c:v>9.3544117421858388</c:v>
                </c:pt>
                <c:pt idx="1170">
                  <c:v>9.3560236970472417</c:v>
                </c:pt>
                <c:pt idx="1171">
                  <c:v>9.3576316270546496</c:v>
                </c:pt>
                <c:pt idx="1172">
                  <c:v>9.3592355422576361</c:v>
                </c:pt>
                <c:pt idx="1173">
                  <c:v>9.3608354526806767</c:v>
                </c:pt>
                <c:pt idx="1174">
                  <c:v>9.3624313683232181</c:v>
                </c:pt>
                <c:pt idx="1175">
                  <c:v>9.364023299159733</c:v>
                </c:pt>
                <c:pt idx="1176">
                  <c:v>9.3656112551397985</c:v>
                </c:pt>
                <c:pt idx="1177">
                  <c:v>9.3671952461881425</c:v>
                </c:pt>
                <c:pt idx="1178">
                  <c:v>9.3687752822047141</c:v>
                </c:pt>
                <c:pt idx="1179">
                  <c:v>9.3703513730647465</c:v>
                </c:pt>
                <c:pt idx="1180">
                  <c:v>9.3719235286188116</c:v>
                </c:pt>
                <c:pt idx="1181">
                  <c:v>9.3734917586928876</c:v>
                </c:pt>
                <c:pt idx="1182">
                  <c:v>9.375056073088416</c:v>
                </c:pt>
                <c:pt idx="1183">
                  <c:v>9.3766164815823618</c:v>
                </c:pt>
                <c:pt idx="1184">
                  <c:v>9.3781729939272918</c:v>
                </c:pt>
                <c:pt idx="1185">
                  <c:v>9.3797256198514098</c:v>
                </c:pt>
                <c:pt idx="1186">
                  <c:v>9.3812743690586302</c:v>
                </c:pt>
                <c:pt idx="1187">
                  <c:v>9.3828192512286481</c:v>
                </c:pt>
                <c:pt idx="1188">
                  <c:v>9.3843602760169702</c:v>
                </c:pt>
                <c:pt idx="1189">
                  <c:v>9.3858974530550192</c:v>
                </c:pt>
                <c:pt idx="1190">
                  <c:v>9.3874307919501465</c:v>
                </c:pt>
                <c:pt idx="1191">
                  <c:v>9.3889603022857333</c:v>
                </c:pt>
                <c:pt idx="1192">
                  <c:v>9.3904859936212208</c:v>
                </c:pt>
                <c:pt idx="1193">
                  <c:v>9.3920078754921796</c:v>
                </c:pt>
                <c:pt idx="1194">
                  <c:v>9.3935259574103842</c:v>
                </c:pt>
                <c:pt idx="1195">
                  <c:v>9.3950402488638485</c:v>
                </c:pt>
                <c:pt idx="1196">
                  <c:v>9.3965507593168986</c:v>
                </c:pt>
                <c:pt idx="1197">
                  <c:v>9.3980574982102283</c:v>
                </c:pt>
                <c:pt idx="1198">
                  <c:v>9.3995604749609658</c:v>
                </c:pt>
                <c:pt idx="1199">
                  <c:v>9.4010596989627153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DC-44B7-A37B-DE19D021D5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526368"/>
        <c:axId val="141525584"/>
      </c:lineChart>
      <c:catAx>
        <c:axId val="141526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1525584"/>
        <c:crosses val="autoZero"/>
        <c:auto val="1"/>
        <c:lblAlgn val="ctr"/>
        <c:lblOffset val="100"/>
        <c:tickLblSkip val="50"/>
        <c:tickMarkSkip val="10"/>
        <c:noMultiLvlLbl val="0"/>
      </c:catAx>
      <c:valAx>
        <c:axId val="141525584"/>
        <c:scaling>
          <c:orientation val="minMax"/>
          <c:max val="10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  <a:tailEnd type="triangle"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1526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az-Cyrl-AZ">
                <a:solidFill>
                  <a:schemeClr val="tx1"/>
                </a:solidFill>
              </a:rPr>
              <a:t>Секторы рынка 2018 г.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explosion val="5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8772-4767-BF51-6B26E71CE8E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8772-4767-BF51-6B26E71CE8E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8772-4767-BF51-6B26E71CE8E9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8772-4767-BF51-6B26E71CE8E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11%</a:t>
                    </a:r>
                    <a:endParaRPr lang="en-US" dirty="0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772-4767-BF51-6B26E71CE8E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20%</a:t>
                    </a:r>
                    <a:endParaRPr lang="en-US" dirty="0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772-4767-BF51-6B26E71CE8E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27%</a:t>
                    </a:r>
                    <a:endParaRPr lang="en-US" dirty="0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772-4767-BF51-6B26E71CE8E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42%</a:t>
                    </a:r>
                    <a:endParaRPr lang="en-US" dirty="0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772-4767-BF51-6B26E71CE8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Лист1!$K$24:$K$27</c:f>
              <c:strCache>
                <c:ptCount val="4"/>
                <c:pt idx="0">
                  <c:v>научные исследования</c:v>
                </c:pt>
                <c:pt idx="1">
                  <c:v>рыбное хозяйство</c:v>
                </c:pt>
                <c:pt idx="2">
                  <c:v>нефте- газодобыча</c:v>
                </c:pt>
                <c:pt idx="3">
                  <c:v>военные разработки</c:v>
                </c:pt>
              </c:strCache>
              <c:extLst/>
            </c:strRef>
          </c:cat>
          <c:val>
            <c:numRef>
              <c:f>Лист1!$D$4:$D$8</c:f>
              <c:numCache>
                <c:formatCode>General</c:formatCode>
                <c:ptCount val="4"/>
                <c:pt idx="0">
                  <c:v>0.58235466415751358</c:v>
                </c:pt>
                <c:pt idx="1">
                  <c:v>0.76883653613364278</c:v>
                </c:pt>
                <c:pt idx="2">
                  <c:v>0.9516258196404056</c:v>
                </c:pt>
                <c:pt idx="3">
                  <c:v>1.1307956328284252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8-8772-4767-BF51-6B26E71CE8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Relationship Id="rId4" Type="http://schemas.openxmlformats.org/officeDocument/2006/relationships/image" Target="../media/image20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Relationship Id="rId4" Type="http://schemas.openxmlformats.org/officeDocument/2006/relationships/image" Target="../media/image20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7B0FEE-08A6-469C-AC98-2195E4579CE0}" type="doc">
      <dgm:prSet loTypeId="urn:microsoft.com/office/officeart/2005/8/layout/vList3#2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4F9D10E-26B8-417C-AD1E-FF5DB24385B7}">
      <dgm:prSet phldrT="[Текст]" custT="1"/>
      <dgm:spPr/>
      <dgm:t>
        <a:bodyPr/>
        <a:lstStyle/>
        <a:p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Чемезов Иван Александрович</a:t>
          </a:r>
          <a:r>
            <a:rPr lang="ru-RU" sz="1800">
              <a:latin typeface="Times New Roman" panose="02020603050405020304" pitchFamily="18" charset="0"/>
              <a:cs typeface="Times New Roman" panose="02020603050405020304" pitchFamily="18" charset="0"/>
            </a:rPr>
            <a:t>. Конструктор</a:t>
          </a:r>
        </a:p>
        <a:p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Призер мировых первенств по подводной робототехнике</a:t>
          </a:r>
          <a:endParaRPr lang="ru-RU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08CF4-4C6B-4E8D-B07F-923C90A67B42}" type="parTrans" cxnId="{1A91903F-70AE-4AA4-8D9B-0793D8BAFD46}">
      <dgm:prSet/>
      <dgm:spPr/>
      <dgm:t>
        <a:bodyPr/>
        <a:lstStyle/>
        <a:p>
          <a:endParaRPr lang="ru-RU"/>
        </a:p>
      </dgm:t>
    </dgm:pt>
    <dgm:pt modelId="{73AF3B75-5604-46BB-A86B-F985753E7B79}" type="sibTrans" cxnId="{1A91903F-70AE-4AA4-8D9B-0793D8BAFD46}">
      <dgm:prSet/>
      <dgm:spPr/>
      <dgm:t>
        <a:bodyPr/>
        <a:lstStyle/>
        <a:p>
          <a:endParaRPr lang="ru-RU"/>
        </a:p>
      </dgm:t>
    </dgm:pt>
    <dgm:pt modelId="{52D6B5DB-34CA-4776-B219-2F71CA0CF14A}">
      <dgm:prSet phldrT="[Текст]" custT="1"/>
      <dgm:spPr/>
      <dgm:t>
        <a:bodyPr/>
        <a:lstStyle/>
        <a:p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Толстоногов Антон. Программист</a:t>
          </a:r>
          <a:endParaRPr lang="ru-RU" sz="18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призер мировых первенств по </a:t>
          </a:r>
          <a:r>
            <a:rPr lang="ru-RU" sz="1800">
              <a:latin typeface="Times New Roman" panose="02020603050405020304" pitchFamily="18" charset="0"/>
              <a:cs typeface="Times New Roman" panose="02020603050405020304" pitchFamily="18" charset="0"/>
            </a:rPr>
            <a:t>подводной робототехнике</a:t>
          </a:r>
          <a:endParaRPr lang="ru-RU" sz="1800">
            <a:solidFill>
              <a:srgbClr val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5472C6-1D24-4BF9-BF29-A4F2227EAD12}" type="parTrans" cxnId="{58392B0D-3E1F-46C4-985E-FC0B1299293A}">
      <dgm:prSet/>
      <dgm:spPr/>
      <dgm:t>
        <a:bodyPr/>
        <a:lstStyle/>
        <a:p>
          <a:endParaRPr lang="ru-RU"/>
        </a:p>
      </dgm:t>
    </dgm:pt>
    <dgm:pt modelId="{4BC8FCA2-52C7-47CF-ADCE-EDF1921C7186}" type="sibTrans" cxnId="{58392B0D-3E1F-46C4-985E-FC0B1299293A}">
      <dgm:prSet/>
      <dgm:spPr/>
      <dgm:t>
        <a:bodyPr/>
        <a:lstStyle/>
        <a:p>
          <a:endParaRPr lang="ru-RU"/>
        </a:p>
      </dgm:t>
    </dgm:pt>
    <dgm:pt modelId="{EDB0E383-3092-4D1C-9515-6D6CDEC04A79}">
      <dgm:prSet phldrT="[Текст]" custT="1"/>
      <dgm:spPr/>
      <dgm:t>
        <a:bodyPr/>
        <a:lstStyle/>
        <a:p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Стороженко Виталий. Электронщик</a:t>
          </a:r>
          <a:endParaRPr lang="ru-RU" sz="18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Обладатель гранта МАРИНЕТ, призер мировых первенств </a:t>
          </a:r>
          <a:r>
            <a:rPr lang="ru-RU" sz="1800">
              <a:latin typeface="Times New Roman" panose="02020603050405020304" pitchFamily="18" charset="0"/>
              <a:cs typeface="Times New Roman" panose="02020603050405020304" pitchFamily="18" charset="0"/>
            </a:rPr>
            <a:t>по подводной робототехнике</a:t>
          </a:r>
          <a:endParaRPr lang="ru-RU" sz="1600">
            <a:solidFill>
              <a:srgbClr val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16C741-854F-41FB-868E-4778565B7876}" type="parTrans" cxnId="{F4F7820C-87A4-45BE-B41E-F75888357499}">
      <dgm:prSet/>
      <dgm:spPr/>
      <dgm:t>
        <a:bodyPr/>
        <a:lstStyle/>
        <a:p>
          <a:endParaRPr lang="ru-RU"/>
        </a:p>
      </dgm:t>
    </dgm:pt>
    <dgm:pt modelId="{F9733FF3-717A-4F95-BBC7-073C18D9639A}" type="sibTrans" cxnId="{F4F7820C-87A4-45BE-B41E-F75888357499}">
      <dgm:prSet/>
      <dgm:spPr/>
      <dgm:t>
        <a:bodyPr/>
        <a:lstStyle/>
        <a:p>
          <a:endParaRPr lang="ru-RU"/>
        </a:p>
      </dgm:t>
    </dgm:pt>
    <dgm:pt modelId="{6D5F4270-39E7-4368-A09F-49F20BA2F0FB}">
      <dgm:prSet phldrT="[Текст]" custT="1"/>
      <dgm:spPr/>
      <dgm:t>
        <a:bodyPr/>
        <a:lstStyle/>
        <a:p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Костенко Владимир Владимирович</a:t>
          </a:r>
        </a:p>
        <a:p>
          <a:r>
            <a:rPr lang="ru-RU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Научный </a:t>
          </a:r>
          <a:r>
            <a:rPr lang="az-Cyrl-AZ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консультант</a:t>
          </a:r>
        </a:p>
      </dgm:t>
    </dgm:pt>
    <dgm:pt modelId="{D3A18C1B-D5EB-4D90-934F-64EE50843DF3}" type="parTrans" cxnId="{CE60E73E-DCF1-4895-A1AA-A45FD8946ABA}">
      <dgm:prSet/>
      <dgm:spPr/>
      <dgm:t>
        <a:bodyPr/>
        <a:lstStyle/>
        <a:p>
          <a:endParaRPr lang="ru-RU"/>
        </a:p>
      </dgm:t>
    </dgm:pt>
    <dgm:pt modelId="{37F3CD38-3998-4504-AB07-7A7BBCABAFC0}" type="sibTrans" cxnId="{CE60E73E-DCF1-4895-A1AA-A45FD8946ABA}">
      <dgm:prSet/>
      <dgm:spPr/>
      <dgm:t>
        <a:bodyPr/>
        <a:lstStyle/>
        <a:p>
          <a:endParaRPr lang="ru-RU"/>
        </a:p>
      </dgm:t>
    </dgm:pt>
    <dgm:pt modelId="{1CFC3F05-542C-4171-8A15-4F4B9A28E06E}" type="pres">
      <dgm:prSet presAssocID="{9D7B0FEE-08A6-469C-AC98-2195E4579CE0}" presName="linearFlow" presStyleCnt="0">
        <dgm:presLayoutVars>
          <dgm:dir/>
          <dgm:resizeHandles val="exact"/>
        </dgm:presLayoutVars>
      </dgm:prSet>
      <dgm:spPr/>
    </dgm:pt>
    <dgm:pt modelId="{652BF470-5CA9-4423-BAEE-092CE45773BF}" type="pres">
      <dgm:prSet presAssocID="{74F9D10E-26B8-417C-AD1E-FF5DB24385B7}" presName="composite" presStyleCnt="0"/>
      <dgm:spPr/>
    </dgm:pt>
    <dgm:pt modelId="{0FCCE021-DAFA-4EC4-9C02-39EF92336BE9}" type="pres">
      <dgm:prSet presAssocID="{74F9D10E-26B8-417C-AD1E-FF5DB24385B7}" presName="imgShp" presStyleLbl="fgImgPlace1" presStyleIdx="0" presStyleCnt="4" custLinFactX="-7919" custLinFactNeighborX="-100000" custLinFactNeighborY="-13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</dgm:spPr>
    </dgm:pt>
    <dgm:pt modelId="{D5BD7471-FA17-4991-A047-CAB61382663D}" type="pres">
      <dgm:prSet presAssocID="{74F9D10E-26B8-417C-AD1E-FF5DB24385B7}" presName="txShp" presStyleLbl="node1" presStyleIdx="0" presStyleCnt="4" custScaleX="140351">
        <dgm:presLayoutVars>
          <dgm:bulletEnabled val="1"/>
        </dgm:presLayoutVars>
      </dgm:prSet>
      <dgm:spPr/>
    </dgm:pt>
    <dgm:pt modelId="{BBC6620B-D292-4446-9C01-4EAC492215ED}" type="pres">
      <dgm:prSet presAssocID="{73AF3B75-5604-46BB-A86B-F985753E7B79}" presName="spacing" presStyleCnt="0"/>
      <dgm:spPr/>
    </dgm:pt>
    <dgm:pt modelId="{80FE840C-E545-4CD0-B79D-69C8C0FDE883}" type="pres">
      <dgm:prSet presAssocID="{6D5F4270-39E7-4368-A09F-49F20BA2F0FB}" presName="composite" presStyleCnt="0"/>
      <dgm:spPr/>
    </dgm:pt>
    <dgm:pt modelId="{45D2ABE0-5AF3-4215-B701-AD7F1C7C9FBC}" type="pres">
      <dgm:prSet presAssocID="{6D5F4270-39E7-4368-A09F-49F20BA2F0FB}" presName="imgShp" presStyleLbl="fgImgPlace1" presStyleIdx="1" presStyleCnt="4" custLinFactX="-7919" custLinFactNeighborX="-100000" custLinFactNeighborY="-1529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345B3819-8F77-4CA5-937A-08E5017C2582}" type="pres">
      <dgm:prSet presAssocID="{6D5F4270-39E7-4368-A09F-49F20BA2F0FB}" presName="txShp" presStyleLbl="node1" presStyleIdx="1" presStyleCnt="4" custScaleX="140351">
        <dgm:presLayoutVars>
          <dgm:bulletEnabled val="1"/>
        </dgm:presLayoutVars>
      </dgm:prSet>
      <dgm:spPr/>
    </dgm:pt>
    <dgm:pt modelId="{792EDFE3-79ED-4F03-B44C-6DEA42D69B58}" type="pres">
      <dgm:prSet presAssocID="{37F3CD38-3998-4504-AB07-7A7BBCABAFC0}" presName="spacing" presStyleCnt="0"/>
      <dgm:spPr/>
    </dgm:pt>
    <dgm:pt modelId="{22D54EC6-01DC-4C2B-9EAB-CEE1B63E8D88}" type="pres">
      <dgm:prSet presAssocID="{52D6B5DB-34CA-4776-B219-2F71CA0CF14A}" presName="composite" presStyleCnt="0"/>
      <dgm:spPr/>
    </dgm:pt>
    <dgm:pt modelId="{F5B8B001-4D21-4FB9-9153-E2208C015719}" type="pres">
      <dgm:prSet presAssocID="{52D6B5DB-34CA-4776-B219-2F71CA0CF14A}" presName="imgShp" presStyleLbl="fgImgPlace1" presStyleIdx="2" presStyleCnt="4" custLinFactX="-7919" custLinFactNeighborX="-100000" custLinFactNeighborY="-1529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3778E5E5-0F6A-478F-884A-EA11D710FF88}" type="pres">
      <dgm:prSet presAssocID="{52D6B5DB-34CA-4776-B219-2F71CA0CF14A}" presName="txShp" presStyleLbl="node1" presStyleIdx="2" presStyleCnt="4" custScaleX="140351">
        <dgm:presLayoutVars>
          <dgm:bulletEnabled val="1"/>
        </dgm:presLayoutVars>
      </dgm:prSet>
      <dgm:spPr/>
    </dgm:pt>
    <dgm:pt modelId="{827AF2CA-70D3-49A9-BA81-2AEB4CE3AE8F}" type="pres">
      <dgm:prSet presAssocID="{4BC8FCA2-52C7-47CF-ADCE-EDF1921C7186}" presName="spacing" presStyleCnt="0"/>
      <dgm:spPr/>
    </dgm:pt>
    <dgm:pt modelId="{80DC4C2C-0847-4DB9-B344-80856D631A91}" type="pres">
      <dgm:prSet presAssocID="{EDB0E383-3092-4D1C-9515-6D6CDEC04A79}" presName="composite" presStyleCnt="0"/>
      <dgm:spPr/>
    </dgm:pt>
    <dgm:pt modelId="{235950D9-A0B8-4C24-95E1-8C612B4DB083}" type="pres">
      <dgm:prSet presAssocID="{EDB0E383-3092-4D1C-9515-6D6CDEC04A79}" presName="imgShp" presStyleLbl="fgImgPlace1" presStyleIdx="3" presStyleCnt="4" custLinFactX="-7919" custLinFactNeighborX="-100000" custLinFactNeighborY="-1529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</dgm:spPr>
    </dgm:pt>
    <dgm:pt modelId="{BA50D070-E781-4D6E-8FCF-3F278F3F59FC}" type="pres">
      <dgm:prSet presAssocID="{EDB0E383-3092-4D1C-9515-6D6CDEC04A79}" presName="txShp" presStyleLbl="node1" presStyleIdx="3" presStyleCnt="4" custScaleX="140351">
        <dgm:presLayoutVars>
          <dgm:bulletEnabled val="1"/>
        </dgm:presLayoutVars>
      </dgm:prSet>
      <dgm:spPr/>
    </dgm:pt>
  </dgm:ptLst>
  <dgm:cxnLst>
    <dgm:cxn modelId="{F4F7820C-87A4-45BE-B41E-F75888357499}" srcId="{9D7B0FEE-08A6-469C-AC98-2195E4579CE0}" destId="{EDB0E383-3092-4D1C-9515-6D6CDEC04A79}" srcOrd="3" destOrd="0" parTransId="{D416C741-854F-41FB-868E-4778565B7876}" sibTransId="{F9733FF3-717A-4F95-BBC7-073C18D9639A}"/>
    <dgm:cxn modelId="{58392B0D-3E1F-46C4-985E-FC0B1299293A}" srcId="{9D7B0FEE-08A6-469C-AC98-2195E4579CE0}" destId="{52D6B5DB-34CA-4776-B219-2F71CA0CF14A}" srcOrd="2" destOrd="0" parTransId="{F45472C6-1D24-4BF9-BF29-A4F2227EAD12}" sibTransId="{4BC8FCA2-52C7-47CF-ADCE-EDF1921C7186}"/>
    <dgm:cxn modelId="{8596BB0D-E1A5-49AB-B581-F1671158385F}" type="presOf" srcId="{9D7B0FEE-08A6-469C-AC98-2195E4579CE0}" destId="{1CFC3F05-542C-4171-8A15-4F4B9A28E06E}" srcOrd="0" destOrd="0" presId="urn:microsoft.com/office/officeart/2005/8/layout/vList3#2"/>
    <dgm:cxn modelId="{CE60E73E-DCF1-4895-A1AA-A45FD8946ABA}" srcId="{9D7B0FEE-08A6-469C-AC98-2195E4579CE0}" destId="{6D5F4270-39E7-4368-A09F-49F20BA2F0FB}" srcOrd="1" destOrd="0" parTransId="{D3A18C1B-D5EB-4D90-934F-64EE50843DF3}" sibTransId="{37F3CD38-3998-4504-AB07-7A7BBCABAFC0}"/>
    <dgm:cxn modelId="{1A91903F-70AE-4AA4-8D9B-0793D8BAFD46}" srcId="{9D7B0FEE-08A6-469C-AC98-2195E4579CE0}" destId="{74F9D10E-26B8-417C-AD1E-FF5DB24385B7}" srcOrd="0" destOrd="0" parTransId="{66908CF4-4C6B-4E8D-B07F-923C90A67B42}" sibTransId="{73AF3B75-5604-46BB-A86B-F985753E7B79}"/>
    <dgm:cxn modelId="{ADCC7364-711D-491E-9009-0811C524EDC1}" type="presOf" srcId="{EDB0E383-3092-4D1C-9515-6D6CDEC04A79}" destId="{BA50D070-E781-4D6E-8FCF-3F278F3F59FC}" srcOrd="0" destOrd="0" presId="urn:microsoft.com/office/officeart/2005/8/layout/vList3#2"/>
    <dgm:cxn modelId="{9AFB34A5-BBBD-47BE-A60A-DF3C65BEEF35}" type="presOf" srcId="{6D5F4270-39E7-4368-A09F-49F20BA2F0FB}" destId="{345B3819-8F77-4CA5-937A-08E5017C2582}" srcOrd="0" destOrd="0" presId="urn:microsoft.com/office/officeart/2005/8/layout/vList3#2"/>
    <dgm:cxn modelId="{8F5B43AF-CA1F-4D97-8702-E910DF3E440E}" type="presOf" srcId="{52D6B5DB-34CA-4776-B219-2F71CA0CF14A}" destId="{3778E5E5-0F6A-478F-884A-EA11D710FF88}" srcOrd="0" destOrd="0" presId="urn:microsoft.com/office/officeart/2005/8/layout/vList3#2"/>
    <dgm:cxn modelId="{099C3FE2-59CA-4606-8CCD-6AF6C4BE0EB1}" type="presOf" srcId="{74F9D10E-26B8-417C-AD1E-FF5DB24385B7}" destId="{D5BD7471-FA17-4991-A047-CAB61382663D}" srcOrd="0" destOrd="0" presId="urn:microsoft.com/office/officeart/2005/8/layout/vList3#2"/>
    <dgm:cxn modelId="{48D4C9EC-F721-4A48-B30C-A853F69983D9}" type="presParOf" srcId="{1CFC3F05-542C-4171-8A15-4F4B9A28E06E}" destId="{652BF470-5CA9-4423-BAEE-092CE45773BF}" srcOrd="0" destOrd="0" presId="urn:microsoft.com/office/officeart/2005/8/layout/vList3#2"/>
    <dgm:cxn modelId="{1C64FB45-2D13-47C5-A1A3-D954EF7C8694}" type="presParOf" srcId="{652BF470-5CA9-4423-BAEE-092CE45773BF}" destId="{0FCCE021-DAFA-4EC4-9C02-39EF92336BE9}" srcOrd="0" destOrd="0" presId="urn:microsoft.com/office/officeart/2005/8/layout/vList3#2"/>
    <dgm:cxn modelId="{42A54FE9-328E-497D-8E49-C89209DF7C47}" type="presParOf" srcId="{652BF470-5CA9-4423-BAEE-092CE45773BF}" destId="{D5BD7471-FA17-4991-A047-CAB61382663D}" srcOrd="1" destOrd="0" presId="urn:microsoft.com/office/officeart/2005/8/layout/vList3#2"/>
    <dgm:cxn modelId="{06021B50-24A0-4FEA-B97D-95560537D50A}" type="presParOf" srcId="{1CFC3F05-542C-4171-8A15-4F4B9A28E06E}" destId="{BBC6620B-D292-4446-9C01-4EAC492215ED}" srcOrd="1" destOrd="0" presId="urn:microsoft.com/office/officeart/2005/8/layout/vList3#2"/>
    <dgm:cxn modelId="{9A1A4A9D-5463-43D4-8013-A73D17E9E433}" type="presParOf" srcId="{1CFC3F05-542C-4171-8A15-4F4B9A28E06E}" destId="{80FE840C-E545-4CD0-B79D-69C8C0FDE883}" srcOrd="2" destOrd="0" presId="urn:microsoft.com/office/officeart/2005/8/layout/vList3#2"/>
    <dgm:cxn modelId="{8106FDF9-7781-4F7B-8AE7-8EAB7D6D45F0}" type="presParOf" srcId="{80FE840C-E545-4CD0-B79D-69C8C0FDE883}" destId="{45D2ABE0-5AF3-4215-B701-AD7F1C7C9FBC}" srcOrd="0" destOrd="0" presId="urn:microsoft.com/office/officeart/2005/8/layout/vList3#2"/>
    <dgm:cxn modelId="{E3B31085-FD63-4942-80C3-F15EA8BD5179}" type="presParOf" srcId="{80FE840C-E545-4CD0-B79D-69C8C0FDE883}" destId="{345B3819-8F77-4CA5-937A-08E5017C2582}" srcOrd="1" destOrd="0" presId="urn:microsoft.com/office/officeart/2005/8/layout/vList3#2"/>
    <dgm:cxn modelId="{3C3D6E4C-FFF8-49F3-B878-F465E2C71EE1}" type="presParOf" srcId="{1CFC3F05-542C-4171-8A15-4F4B9A28E06E}" destId="{792EDFE3-79ED-4F03-B44C-6DEA42D69B58}" srcOrd="3" destOrd="0" presId="urn:microsoft.com/office/officeart/2005/8/layout/vList3#2"/>
    <dgm:cxn modelId="{0E0CAD98-1517-44A1-911E-79D45CC324AF}" type="presParOf" srcId="{1CFC3F05-542C-4171-8A15-4F4B9A28E06E}" destId="{22D54EC6-01DC-4C2B-9EAB-CEE1B63E8D88}" srcOrd="4" destOrd="0" presId="urn:microsoft.com/office/officeart/2005/8/layout/vList3#2"/>
    <dgm:cxn modelId="{10D5B918-6C30-4832-BAB9-70A423380D0F}" type="presParOf" srcId="{22D54EC6-01DC-4C2B-9EAB-CEE1B63E8D88}" destId="{F5B8B001-4D21-4FB9-9153-E2208C015719}" srcOrd="0" destOrd="0" presId="urn:microsoft.com/office/officeart/2005/8/layout/vList3#2"/>
    <dgm:cxn modelId="{F687C770-898D-4D66-8FA5-2576E54CCF7B}" type="presParOf" srcId="{22D54EC6-01DC-4C2B-9EAB-CEE1B63E8D88}" destId="{3778E5E5-0F6A-478F-884A-EA11D710FF88}" srcOrd="1" destOrd="0" presId="urn:microsoft.com/office/officeart/2005/8/layout/vList3#2"/>
    <dgm:cxn modelId="{1A793EFE-002A-4551-B7A7-B597AD9C8AA1}" type="presParOf" srcId="{1CFC3F05-542C-4171-8A15-4F4B9A28E06E}" destId="{827AF2CA-70D3-49A9-BA81-2AEB4CE3AE8F}" srcOrd="5" destOrd="0" presId="urn:microsoft.com/office/officeart/2005/8/layout/vList3#2"/>
    <dgm:cxn modelId="{EEB779B7-88BE-481B-8F64-8A6612E8DDE6}" type="presParOf" srcId="{1CFC3F05-542C-4171-8A15-4F4B9A28E06E}" destId="{80DC4C2C-0847-4DB9-B344-80856D631A91}" srcOrd="6" destOrd="0" presId="urn:microsoft.com/office/officeart/2005/8/layout/vList3#2"/>
    <dgm:cxn modelId="{83B72B6F-C2DD-4B24-988B-E3B61291A759}" type="presParOf" srcId="{80DC4C2C-0847-4DB9-B344-80856D631A91}" destId="{235950D9-A0B8-4C24-95E1-8C612B4DB083}" srcOrd="0" destOrd="0" presId="urn:microsoft.com/office/officeart/2005/8/layout/vList3#2"/>
    <dgm:cxn modelId="{98DD8AE0-C59D-4CCE-B5D3-29528F11F9C2}" type="presParOf" srcId="{80DC4C2C-0847-4DB9-B344-80856D631A91}" destId="{BA50D070-E781-4D6E-8FCF-3F278F3F59FC}" srcOrd="1" destOrd="0" presId="urn:microsoft.com/office/officeart/2005/8/layout/vList3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D7471-FA17-4991-A047-CAB61382663D}">
      <dsp:nvSpPr>
        <dsp:cNvPr id="0" name=""/>
        <dsp:cNvSpPr/>
      </dsp:nvSpPr>
      <dsp:spPr>
        <a:xfrm rot="10800000">
          <a:off x="289220" y="1123"/>
          <a:ext cx="8098293" cy="912603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243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Чемезов Иван Александрович</a:t>
          </a:r>
          <a:r>
            <a:rPr lang="ru-RU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. Конструктор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Призер мировых первенств по подводной робототехнике</a:t>
          </a:r>
          <a:endParaRPr lang="ru-RU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517371" y="1123"/>
        <a:ext cx="7870142" cy="912603"/>
      </dsp:txXfrm>
    </dsp:sp>
    <dsp:sp modelId="{0FCCE021-DAFA-4EC4-9C02-39EF92336BE9}">
      <dsp:nvSpPr>
        <dsp:cNvPr id="0" name=""/>
        <dsp:cNvSpPr/>
      </dsp:nvSpPr>
      <dsp:spPr>
        <a:xfrm>
          <a:off x="12178" y="0"/>
          <a:ext cx="912603" cy="912603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45B3819-8F77-4CA5-937A-08E5017C2582}">
      <dsp:nvSpPr>
        <dsp:cNvPr id="0" name=""/>
        <dsp:cNvSpPr/>
      </dsp:nvSpPr>
      <dsp:spPr>
        <a:xfrm rot="10800000">
          <a:off x="289220" y="1186146"/>
          <a:ext cx="8098293" cy="912603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243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Костенко Владимир Владимирович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Научный </a:t>
          </a:r>
          <a:r>
            <a:rPr lang="az-Cyrl-AZ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консультант</a:t>
          </a:r>
        </a:p>
      </dsp:txBody>
      <dsp:txXfrm rot="10800000">
        <a:off x="517371" y="1186146"/>
        <a:ext cx="7870142" cy="912603"/>
      </dsp:txXfrm>
    </dsp:sp>
    <dsp:sp modelId="{45D2ABE0-5AF3-4215-B701-AD7F1C7C9FBC}">
      <dsp:nvSpPr>
        <dsp:cNvPr id="0" name=""/>
        <dsp:cNvSpPr/>
      </dsp:nvSpPr>
      <dsp:spPr>
        <a:xfrm>
          <a:off x="12178" y="1172192"/>
          <a:ext cx="912603" cy="912603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778E5E5-0F6A-478F-884A-EA11D710FF88}">
      <dsp:nvSpPr>
        <dsp:cNvPr id="0" name=""/>
        <dsp:cNvSpPr/>
      </dsp:nvSpPr>
      <dsp:spPr>
        <a:xfrm rot="10800000">
          <a:off x="289220" y="2371168"/>
          <a:ext cx="8098293" cy="912603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243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Толстоногов Антон. Программист</a:t>
          </a:r>
          <a:endParaRPr lang="ru-RU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призер мировых первенств по </a:t>
          </a:r>
          <a:r>
            <a:rPr lang="ru-RU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подводной робототехнике</a:t>
          </a:r>
          <a:endParaRPr lang="ru-RU" sz="1800" kern="1200">
            <a:solidFill>
              <a:srgbClr val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517371" y="2371168"/>
        <a:ext cx="7870142" cy="912603"/>
      </dsp:txXfrm>
    </dsp:sp>
    <dsp:sp modelId="{F5B8B001-4D21-4FB9-9153-E2208C015719}">
      <dsp:nvSpPr>
        <dsp:cNvPr id="0" name=""/>
        <dsp:cNvSpPr/>
      </dsp:nvSpPr>
      <dsp:spPr>
        <a:xfrm>
          <a:off x="12178" y="2357215"/>
          <a:ext cx="912603" cy="912603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A50D070-E781-4D6E-8FCF-3F278F3F59FC}">
      <dsp:nvSpPr>
        <dsp:cNvPr id="0" name=""/>
        <dsp:cNvSpPr/>
      </dsp:nvSpPr>
      <dsp:spPr>
        <a:xfrm rot="10800000">
          <a:off x="289220" y="3556191"/>
          <a:ext cx="8098293" cy="912603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2433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Стороженко Виталий. Электронщик</a:t>
          </a:r>
          <a:endParaRPr lang="ru-RU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Обладатель гранта МАРИНЕТ, призер мировых первенств </a:t>
          </a:r>
          <a:r>
            <a:rPr lang="ru-RU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по подводной робототехнике</a:t>
          </a:r>
          <a:endParaRPr lang="ru-RU" sz="1600" kern="1200">
            <a:solidFill>
              <a:srgbClr val="00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517371" y="3556191"/>
        <a:ext cx="7870142" cy="912603"/>
      </dsp:txXfrm>
    </dsp:sp>
    <dsp:sp modelId="{235950D9-A0B8-4C24-95E1-8C612B4DB083}">
      <dsp:nvSpPr>
        <dsp:cNvPr id="0" name=""/>
        <dsp:cNvSpPr/>
      </dsp:nvSpPr>
      <dsp:spPr>
        <a:xfrm>
          <a:off x="12178" y="3542237"/>
          <a:ext cx="912603" cy="912603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2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EFEFAF-36A5-453D-B3B1-2460F3FCCD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4B09D-F51F-4CD5-8EDA-962EA20536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A820924-CC6E-4744-BFF1-39D9C9C9A73F}" type="datetimeFigureOut">
              <a:rPr lang="ru-RU"/>
              <a:pPr>
                <a:defRPr/>
              </a:pPr>
              <a:t>06.12.2018</a:t>
            </a:fld>
            <a:endParaRPr lang="ru-RU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0F7F2C-40E6-4741-ADCF-BB559E76C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5A5EDC-A920-41ED-892F-9510B72E4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ru-R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9D3B4-6CFC-4491-8C20-B8E29F2812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63192-B642-4845-9ECA-CADACA9EA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B03F7D7-2B90-4144-8BF7-FFA4C9D4E7C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3891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E8A8F-64E4-43EE-B7E7-45E76D7EF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F6C58-4A70-4912-8F56-E4BB472E3AF7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166EF4-E3EC-4A77-876E-11016A00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C51D6-B4CC-45DD-A8D8-4F8489EC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B253A-41D2-4113-80AF-4A74901BD12C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35780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3B25F-6B20-4A08-8E94-16D02562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1CA6-4490-461D-BC4C-0A27D1252B90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B1006D-C288-4E4D-86F8-56AB76FA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6C50FB-C65B-456A-8A46-11A9E10F1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EF3C7-2044-4FFA-8FC4-2F6DA6600297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232305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7B108D-4CA8-43ED-886C-35481A099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7E555-72CA-4265-A62E-F8AAC603A517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585488-952C-4EFF-8952-B67742E71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FD9980-93D7-40BD-8CAC-B26AB014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9A663-C114-43AF-9EC9-C8E2085B4A8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636818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FA7B2DAF-B1AE-49FE-8B97-3A4B416C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0E825-B2B3-4990-9127-09110D4E609A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71E90F0F-0207-4611-B5B0-51C4AD0F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77B0617E-9672-4AC1-902B-F6550C49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C14704-F741-45B9-8311-37DA8874A702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43210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CFFD4E6E-6FDB-499C-8837-C42A728A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1BD13-E26E-474D-BAAD-5978B00B164A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C6FC8C0B-CE28-4937-9F09-723970D5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2A978339-F10C-47DA-95A8-7AE2C963A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126419-0DD0-47AB-A86F-89E256114939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42440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12F53F01-F623-4180-AB88-E370735E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32FFC1-C6E1-4EF1-85D2-5FF9B76A4FE1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1166734C-4C22-4B7A-87C6-44076E88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A5CE3806-BA6C-4629-8D90-CFE62632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51DEBD-2898-421E-82CC-308814ABB0B9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49985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8E27FBA9-837D-4D2D-A563-FB87EA59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C38CDF-9A2C-4649-B6DF-136B4601CE8F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0F5AD692-23BD-47C7-825C-B04B497F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67107D0-673B-4598-B57E-7BDCCFE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82D430-F2E1-446F-827B-EA3C8EA9E139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54886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6ED6589C-D4E2-4967-AD3F-8CD820EE2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468CF-B52C-4830-A814-E0BC670412F5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17A3ED5-A34B-45B1-B372-BEE26A44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A1AAF1B7-E5DD-4399-BF35-3C47CE96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65300D-C7C2-4AC2-A667-E18063D75151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70350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092B72E0-9E3B-4B8A-9CB1-512E36C3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FFB7B9-183C-47D6-B6DA-69B58ECAF0F4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1F862796-2647-4EC3-A150-C06EF269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C893C52-B790-435E-A8D9-207F1153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A2DFC4-F181-4F22-A399-1CF0D5B9CF75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72519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5C468E-4AE9-45E7-A5F2-8CA8FE4F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87E82-FE35-4EA8-9434-EF6A9BDE7865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09D2A5-992B-4DEB-A2B1-6D8CED4B1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DAA180-A3CF-478F-908C-042637D19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0ADB3-67E2-4888-AF27-75C09EDA8AD3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65744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C89574-9BEE-4A06-9674-1A6B03DC7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078A2-9020-4E01-BBB0-77068266065E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200828-AF9B-48FC-924E-A8BF5993D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6C8355-F049-462F-AB2A-C12844C5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B7F6DB-D528-4163-8985-7CD72B01DF09}" type="slidenum">
              <a:rPr lang="en-US" altLang="ru-RU"/>
              <a:pPr/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51389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101FD10-49F2-4D57-AA53-15DB2AB13C5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6B517D36-41E6-4109-91A0-9829818E26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045BA0-FDF5-4908-A49E-D8E01F34B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202F485-FC9E-4B5E-8AD5-995EDD2D469B}" type="datetimeFigureOut">
              <a:rPr lang="en-US"/>
              <a:pPr>
                <a:defRPr/>
              </a:pPr>
              <a:t>12/6/2018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218330-018F-4B6E-9909-AC05DEA29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C95479-F54F-48A0-ADD7-E6DF51F08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9C02722-2E3B-4EA1-9E81-481C463FABDE}" type="slidenum">
              <a:rPr lang="en-US" altLang="ru-RU"/>
              <a:pPr/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Рисунок 1">
            <a:extLst>
              <a:ext uri="{FF2B5EF4-FFF2-40B4-BE49-F238E27FC236}">
                <a16:creationId xmlns:a16="http://schemas.microsoft.com/office/drawing/2014/main" id="{A2CA91AB-7C53-4796-9F5F-0FC5CA4A9F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Subtitle 2">
            <a:extLst>
              <a:ext uri="{FF2B5EF4-FFF2-40B4-BE49-F238E27FC236}">
                <a16:creationId xmlns:a16="http://schemas.microsoft.com/office/drawing/2014/main" id="{D2AEC6BA-974E-4878-B8FC-63ADA663A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2133600"/>
            <a:ext cx="8420100" cy="1825625"/>
          </a:xfrm>
        </p:spPr>
        <p:txBody>
          <a:bodyPr/>
          <a:lstStyle/>
          <a:p>
            <a:pPr eaLnBrk="1" hangingPunct="1"/>
            <a:r>
              <a:rPr lang="ru-RU" altLang="ru-RU" sz="4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Движитель с прямым управлением тягой</a:t>
            </a:r>
            <a:endParaRPr lang="en-US" altLang="ru-RU" sz="4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2" name="Title 1">
            <a:extLst>
              <a:ext uri="{FF2B5EF4-FFF2-40B4-BE49-F238E27FC236}">
                <a16:creationId xmlns:a16="http://schemas.microsoft.com/office/drawing/2014/main" id="{25A6D701-7201-4F88-9A53-5DA826AA8FF3}"/>
              </a:ext>
            </a:extLst>
          </p:cNvPr>
          <p:cNvSpPr txBox="1">
            <a:spLocks/>
          </p:cNvSpPr>
          <p:nvPr/>
        </p:nvSpPr>
        <p:spPr bwMode="auto">
          <a:xfrm>
            <a:off x="457200" y="4572000"/>
            <a:ext cx="8229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Чемезов Иван Александрович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Тел. 89940239824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E-mail; ivanchemezovv@gmail.com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4">
            <a:extLst>
              <a:ext uri="{FF2B5EF4-FFF2-40B4-BE49-F238E27FC236}">
                <a16:creationId xmlns:a16="http://schemas.microsoft.com/office/drawing/2014/main" id="{D7D3AF82-AC97-48B9-80E1-022B4ED971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83546F-3F42-4318-A00C-88E6038D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063" y="0"/>
            <a:ext cx="7086600" cy="715963"/>
          </a:xfrm>
        </p:spPr>
        <p:txBody>
          <a:bodyPr/>
          <a:lstStyle/>
          <a:p>
            <a:pPr>
              <a:defRPr/>
            </a:pP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3077" name="TextBox 4">
            <a:extLst>
              <a:ext uri="{FF2B5EF4-FFF2-40B4-BE49-F238E27FC236}">
                <a16:creationId xmlns:a16="http://schemas.microsoft.com/office/drawing/2014/main" id="{4B176515-885E-4041-9AF0-016842188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88" y="1196855"/>
            <a:ext cx="9076426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маневрирования в толще воды подводные аппараты имеют движители;</a:t>
            </a:r>
            <a:endParaRPr lang="ru-RU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методы управления движителями недостаточно точные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Т.к. не учитывается воздействие внешней среды;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Разрабатываемый движитель будет учитывать воздействия среды в реальном времени. Управляемость аппарата не будет зависеть от воздействий среды.</a:t>
            </a:r>
          </a:p>
        </p:txBody>
      </p:sp>
      <p:sp>
        <p:nvSpPr>
          <p:cNvPr id="3078" name="TextBox 5">
            <a:extLst>
              <a:ext uri="{FF2B5EF4-FFF2-40B4-BE49-F238E27FC236}">
                <a16:creationId xmlns:a16="http://schemas.microsoft.com/office/drawing/2014/main" id="{1662EC39-78DA-4C2C-BE6E-45ED7C8A8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506" y="5570478"/>
            <a:ext cx="35325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Подводный аппарат</a:t>
            </a:r>
            <a:r>
              <a:rPr lang="ru-RU" altLang="ru-RU" sz="1800" dirty="0">
                <a:latin typeface="Arial" panose="020B0604020202020204" pitchFamily="34" charset="0"/>
                <a:cs typeface="Arial"/>
              </a:rPr>
              <a:t> "Чилим"</a:t>
            </a:r>
          </a:p>
        </p:txBody>
      </p:sp>
      <p:pic>
        <p:nvPicPr>
          <p:cNvPr id="3" name="Picture 3" descr="A picture containing plane, outdoor, airplane, yellow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8FA8EC2F-A748-46E6-9C45-DB95159D8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645" y="3699749"/>
            <a:ext cx="4252821" cy="18595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Рисунок 4">
            <a:extLst>
              <a:ext uri="{FF2B5EF4-FFF2-40B4-BE49-F238E27FC236}">
                <a16:creationId xmlns:a16="http://schemas.microsoft.com/office/drawing/2014/main" id="{99BEFBE4-2B5A-45F1-9937-DC5CA84A0D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7" y="14377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2E930-7641-455E-A742-49299D98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52400"/>
            <a:ext cx="6553200" cy="411163"/>
          </a:xfrm>
        </p:spPr>
        <p:txBody>
          <a:bodyPr/>
          <a:lstStyle/>
          <a:p>
            <a:pPr>
              <a:defRPr/>
            </a:pPr>
            <a:r>
              <a:rPr lang="ru-RU" sz="400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</a:t>
            </a:r>
            <a:endParaRPr lang="ru-RU" sz="40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039049-19A1-4DDD-AA1D-6B7DD5591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58" y="1108075"/>
            <a:ext cx="8531524" cy="1887748"/>
          </a:xfrm>
        </p:spPr>
        <p:txBody>
          <a:bodyPr/>
          <a:lstStyle/>
          <a:p>
            <a:pPr indent="0" algn="just">
              <a:buFont typeface="Arial" charset="0"/>
              <a:buNone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движителя с обратной связью по тяге:</a:t>
            </a:r>
          </a:p>
          <a:p>
            <a:pPr marL="800100" indent="-457200" algn="just">
              <a:buFont typeface="+mj-lt"/>
              <a:buAutoNum type="arabicPeriod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адаптивного алгоритма управления;</a:t>
            </a:r>
          </a:p>
          <a:p>
            <a:pPr marL="800100" indent="-457200" algn="just">
              <a:buFont typeface="+mj-lt"/>
              <a:buAutoNum type="arabicPeriod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Повысится точность управления;</a:t>
            </a:r>
          </a:p>
          <a:p>
            <a:pPr marL="800100" indent="-457200" algn="just">
              <a:buFont typeface="+mj-lt"/>
              <a:buAutoNum type="arabicPeriod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Совместимость с разными аппаратами;</a:t>
            </a:r>
          </a:p>
          <a:p>
            <a:pPr marL="800100" indent="-457200" algn="just">
              <a:buFont typeface="+mj-lt"/>
              <a:buAutoNum type="arabicPeriod"/>
              <a:defRPr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 сможет подстраиваться под воздействия внешней среды.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44713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Тяга, 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9853" y="5181600"/>
            <a:ext cx="8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Время,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мс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7F30583F-18A1-405F-AD38-5331F2BE58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5699726"/>
              </p:ext>
            </p:extLst>
          </p:nvPr>
        </p:nvGraphicFramePr>
        <p:xfrm>
          <a:off x="1981200" y="3294690"/>
          <a:ext cx="4876800" cy="2534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Рисунок 4">
            <a:extLst>
              <a:ext uri="{FF2B5EF4-FFF2-40B4-BE49-F238E27FC236}">
                <a16:creationId xmlns:a16="http://schemas.microsoft.com/office/drawing/2014/main" id="{7000258D-EBAE-44A6-9D56-2D6D12CFCD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08C6B-4055-40E3-986F-4F37A4AFD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100" y="0"/>
            <a:ext cx="6019800" cy="715963"/>
          </a:xfrm>
        </p:spPr>
        <p:txBody>
          <a:bodyPr/>
          <a:lstStyle/>
          <a:p>
            <a:pPr>
              <a:defRPr/>
            </a:pP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Рынок</a:t>
            </a:r>
          </a:p>
        </p:txBody>
      </p:sp>
      <p:sp>
        <p:nvSpPr>
          <p:cNvPr id="6148" name="Объект 2">
            <a:extLst>
              <a:ext uri="{FF2B5EF4-FFF2-40B4-BE49-F238E27FC236}">
                <a16:creationId xmlns:a16="http://schemas.microsoft.com/office/drawing/2014/main" id="{928CE2B9-4C1B-4B4A-9F88-D37CD4486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0200"/>
            <a:ext cx="4438290" cy="308822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Рынок на стадии развития, его о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бъем в 2018 году &gt; 5 млрд. $;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 компаний производителей;</a:t>
            </a:r>
          </a:p>
          <a:p>
            <a:pPr algn="just">
              <a:lnSpc>
                <a:spcPct val="150000"/>
              </a:lnSpc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 компаний российских;</a:t>
            </a:r>
          </a:p>
          <a:p>
            <a:pPr algn="just">
              <a:lnSpc>
                <a:spcPct val="150000"/>
              </a:lnSpc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покупатели - военные и </a:t>
            </a:r>
            <a:r>
              <a:rPr lang="ru-RU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ресурсодобывающая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отрасль.</a:t>
            </a:r>
          </a:p>
        </p:txBody>
      </p:sp>
      <p:graphicFrame>
        <p:nvGraphicFramePr>
          <p:cNvPr id="6" name="Chart 2">
            <a:extLst>
              <a:ext uri="{FF2B5EF4-FFF2-40B4-BE49-F238E27FC236}">
                <a16:creationId xmlns:a16="http://schemas.microsoft.com/office/drawing/2014/main" id="{73C5BCF0-E95F-4114-951A-69B2EB107E2F}"/>
              </a:ext>
              <a:ext uri="{147F2762-F138-4A5C-976F-8EAC2B608ADB}">
                <a16:predDERef xmlns:a16="http://schemas.microsoft.com/office/drawing/2014/main" pred="{7F30583F-18A1-405F-AD38-5331F2BE58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5738838"/>
              </p:ext>
            </p:extLst>
          </p:nvPr>
        </p:nvGraphicFramePr>
        <p:xfrm>
          <a:off x="4419600" y="1600200"/>
          <a:ext cx="4724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Рисунок 3">
            <a:extLst>
              <a:ext uri="{FF2B5EF4-FFF2-40B4-BE49-F238E27FC236}">
                <a16:creationId xmlns:a16="http://schemas.microsoft.com/office/drawing/2014/main" id="{33FE1FED-7457-4CAF-8067-30380219F5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Содержимое 2">
            <a:extLst>
              <a:ext uri="{FF2B5EF4-FFF2-40B4-BE49-F238E27FC236}">
                <a16:creationId xmlns:a16="http://schemas.microsoft.com/office/drawing/2014/main" id="{CB22E5E6-3D92-451A-8C86-3BA5941A8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416" y="1190445"/>
            <a:ext cx="8670000" cy="562155"/>
          </a:xfrm>
        </p:spPr>
        <p:txBody>
          <a:bodyPr/>
          <a:lstStyle/>
          <a:p>
            <a:pPr marL="0" indent="914400" algn="just">
              <a:lnSpc>
                <a:spcPct val="150000"/>
              </a:lnSpc>
              <a:buNone/>
            </a:pPr>
            <a:r>
              <a:rPr lang="ru-RU" altLang="ru-RU" sz="2000" dirty="0">
                <a:latin typeface="Times New Roman"/>
                <a:cs typeface="Times New Roman"/>
              </a:rPr>
              <a:t>Основные движители конкурентов. Их преимущества и недостатки</a:t>
            </a:r>
            <a:r>
              <a:rPr lang="en-US" altLang="ru-RU" sz="2000" dirty="0">
                <a:latin typeface="Times New Roman"/>
                <a:cs typeface="Times New Roman"/>
              </a:rPr>
              <a:t>:</a:t>
            </a:r>
            <a:endParaRPr lang="ru-RU" dirty="0" err="1">
              <a:cs typeface="Calibri"/>
            </a:endParaRPr>
          </a:p>
          <a:p>
            <a:pPr marL="0" indent="914400" algn="just">
              <a:lnSpc>
                <a:spcPct val="150000"/>
              </a:lnSpc>
              <a:buNone/>
            </a:pPr>
            <a:endParaRPr lang="en-US" altLang="ru-RU" sz="2000" dirty="0">
              <a:latin typeface="Times New Roman"/>
              <a:cs typeface="Times New Roman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21CF8F64-B7FD-457A-A4BC-557CEDD3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173" y="-57510"/>
            <a:ext cx="7315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ru-RU" alt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Конкуренты</a:t>
            </a:r>
          </a:p>
        </p:txBody>
      </p:sp>
      <p:pic>
        <p:nvPicPr>
          <p:cNvPr id="2" name="Рисунок 2">
            <a:extLst>
              <a:ext uri="{FF2B5EF4-FFF2-40B4-BE49-F238E27FC236}">
                <a16:creationId xmlns:a16="http://schemas.microsoft.com/office/drawing/2014/main" id="{CBF48D3D-3A28-4B6F-9A7A-5BCFC785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714488"/>
            <a:ext cx="1834730" cy="1419955"/>
          </a:xfrm>
          <a:prstGeom prst="rect">
            <a:avLst/>
          </a:prstGeom>
        </p:spPr>
      </p:pic>
      <p:pic>
        <p:nvPicPr>
          <p:cNvPr id="4" name="Рисунок 5" descr="Изображение выглядит как прибор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90BD63AA-4D07-4E7A-981B-A67B4C8B5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721" y="1785926"/>
            <a:ext cx="2050031" cy="1362983"/>
          </a:xfrm>
          <a:prstGeom prst="rect">
            <a:avLst/>
          </a:prstGeom>
        </p:spPr>
      </p:pic>
      <p:pic>
        <p:nvPicPr>
          <p:cNvPr id="7" name="Рисунок 7" descr="Изображение выглядит как внутренний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C9AECB16-6060-4D8F-9C3B-26B054E1F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504" y="2000338"/>
            <a:ext cx="1758350" cy="1129341"/>
          </a:xfrm>
          <a:prstGeom prst="rect">
            <a:avLst/>
          </a:prstGeom>
        </p:spPr>
      </p:pic>
      <p:graphicFrame>
        <p:nvGraphicFramePr>
          <p:cNvPr id="3" name="Таблица 5">
            <a:extLst>
              <a:ext uri="{FF2B5EF4-FFF2-40B4-BE49-F238E27FC236}">
                <a16:creationId xmlns:a16="http://schemas.microsoft.com/office/drawing/2014/main" id="{EC884BF7-622C-4777-A2C5-54DCA3A76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662191"/>
              </p:ext>
            </p:extLst>
          </p:nvPr>
        </p:nvGraphicFramePr>
        <p:xfrm>
          <a:off x="325018" y="3226367"/>
          <a:ext cx="8681624" cy="192231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70406">
                  <a:extLst>
                    <a:ext uri="{9D8B030D-6E8A-4147-A177-3AD203B41FA5}">
                      <a16:colId xmlns:a16="http://schemas.microsoft.com/office/drawing/2014/main" val="2097280695"/>
                    </a:ext>
                  </a:extLst>
                </a:gridCol>
                <a:gridCol w="2170406">
                  <a:extLst>
                    <a:ext uri="{9D8B030D-6E8A-4147-A177-3AD203B41FA5}">
                      <a16:colId xmlns:a16="http://schemas.microsoft.com/office/drawing/2014/main" val="2217757950"/>
                    </a:ext>
                  </a:extLst>
                </a:gridCol>
                <a:gridCol w="2170406">
                  <a:extLst>
                    <a:ext uri="{9D8B030D-6E8A-4147-A177-3AD203B41FA5}">
                      <a16:colId xmlns:a16="http://schemas.microsoft.com/office/drawing/2014/main" val="2951359804"/>
                    </a:ext>
                  </a:extLst>
                </a:gridCol>
                <a:gridCol w="2170406">
                  <a:extLst>
                    <a:ext uri="{9D8B030D-6E8A-4147-A177-3AD203B41FA5}">
                      <a16:colId xmlns:a16="http://schemas.microsoft.com/office/drawing/2014/main" val="1681740324"/>
                    </a:ext>
                  </a:extLst>
                </a:gridCol>
              </a:tblGrid>
              <a:tr h="443612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T–200 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Model 150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МЛ 400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577385"/>
                  </a:ext>
                </a:extLst>
              </a:tr>
              <a:tr h="739353">
                <a:tc>
                  <a:txBody>
                    <a:bodyPr/>
                    <a:lstStyle/>
                    <a:p>
                      <a:r>
                        <a:rPr lang="ru-RU" sz="2000"/>
                        <a:t>Преимущества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Дешевый и лёгкий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Глубоководный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Мощный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89959"/>
                  </a:ext>
                </a:extLst>
              </a:tr>
              <a:tr h="739353">
                <a:tc>
                  <a:txBody>
                    <a:bodyPr/>
                    <a:lstStyle/>
                    <a:p>
                      <a:r>
                        <a:rPr lang="ru-RU" sz="2000"/>
                        <a:t>Недостатки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Маломощный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Не продаётся в Россию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Опытный образец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5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684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Рисунок 4">
            <a:extLst>
              <a:ext uri="{FF2B5EF4-FFF2-40B4-BE49-F238E27FC236}">
                <a16:creationId xmlns:a16="http://schemas.microsoft.com/office/drawing/2014/main" id="{C56A74C3-F1B4-4888-B40E-AFE889A4C6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45CE6D-F24B-4E71-A936-CEA90153D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263" y="-152400"/>
            <a:ext cx="6172200" cy="944563"/>
          </a:xfrm>
        </p:spPr>
        <p:txBody>
          <a:bodyPr/>
          <a:lstStyle/>
          <a:p>
            <a:pPr>
              <a:defRPr/>
            </a:pP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Партнеры</a:t>
            </a:r>
          </a:p>
        </p:txBody>
      </p:sp>
      <p:pic>
        <p:nvPicPr>
          <p:cNvPr id="10244" name="Picture 2" descr="C:\Users\chemezov.ia\Downloads\Логотип.jpg">
            <a:extLst>
              <a:ext uri="{FF2B5EF4-FFF2-40B4-BE49-F238E27FC236}">
                <a16:creationId xmlns:a16="http://schemas.microsoft.com/office/drawing/2014/main" id="{6F592207-8CE5-43BF-910E-1913793F7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362717"/>
            <a:ext cx="24130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Объект 3">
            <a:extLst>
              <a:ext uri="{FF2B5EF4-FFF2-40B4-BE49-F238E27FC236}">
                <a16:creationId xmlns:a16="http://schemas.microsoft.com/office/drawing/2014/main" id="{7FDCEFDF-BC87-43A8-8C60-77DDCF62C2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1280377"/>
            <a:ext cx="29718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3">
            <a:extLst>
              <a:ext uri="{FF2B5EF4-FFF2-40B4-BE49-F238E27FC236}">
                <a16:creationId xmlns:a16="http://schemas.microsoft.com/office/drawing/2014/main" id="{69ABB890-C0F6-47A4-97B0-ACF1BF66F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0" y="3658804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ИПМТ ДВО РАН</a:t>
            </a:r>
          </a:p>
        </p:txBody>
      </p:sp>
      <p:sp>
        <p:nvSpPr>
          <p:cNvPr id="10247" name="TextBox 5">
            <a:extLst>
              <a:ext uri="{FF2B5EF4-FFF2-40B4-BE49-F238E27FC236}">
                <a16:creationId xmlns:a16="http://schemas.microsoft.com/office/drawing/2014/main" id="{4E095EEA-11A4-49BB-8B8B-1CACA5671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53" y="3474137"/>
            <a:ext cx="435762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 </a:t>
            </a:r>
            <a:r>
              <a:rPr lang="ru-RU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робототехников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ДВФУ</a:t>
            </a:r>
          </a:p>
        </p:txBody>
      </p:sp>
      <p:sp>
        <p:nvSpPr>
          <p:cNvPr id="10248" name="TextBox 7">
            <a:extLst>
              <a:ext uri="{FF2B5EF4-FFF2-40B4-BE49-F238E27FC236}">
                <a16:creationId xmlns:a16="http://schemas.microsoft.com/office/drawing/2014/main" id="{ECB517AD-54BD-4E9F-9829-A9C6CE92E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435" y="4331052"/>
            <a:ext cx="4495200" cy="1421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 indent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Готовы стать первыми клиентами.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Имеется договоренность о модификации АНПА Чилим</a:t>
            </a:r>
          </a:p>
        </p:txBody>
      </p:sp>
      <p:sp>
        <p:nvSpPr>
          <p:cNvPr id="10249" name="TextBox 8">
            <a:extLst>
              <a:ext uri="{FF2B5EF4-FFF2-40B4-BE49-F238E27FC236}">
                <a16:creationId xmlns:a16="http://schemas.microsoft.com/office/drawing/2014/main" id="{70E51A2D-267A-48EC-82E4-EE2F4BDAF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307209"/>
            <a:ext cx="3986033" cy="1421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 indent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Готовы стать испытательной площадкой для внедрения прототипа</a:t>
            </a:r>
          </a:p>
        </p:txBody>
      </p:sp>
      <p:pic>
        <p:nvPicPr>
          <p:cNvPr id="10250" name="Picture 3" descr="C:\Users\chemezov.ia\Downloads\r1YKref7Lso.jpg">
            <a:extLst>
              <a:ext uri="{FF2B5EF4-FFF2-40B4-BE49-F238E27FC236}">
                <a16:creationId xmlns:a16="http://schemas.microsoft.com/office/drawing/2014/main" id="{7BA73635-97BE-4832-9075-E40C99AA3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1436688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Рисунок 4">
            <a:extLst>
              <a:ext uri="{FF2B5EF4-FFF2-40B4-BE49-F238E27FC236}">
                <a16:creationId xmlns:a16="http://schemas.microsoft.com/office/drawing/2014/main" id="{59A794DC-0594-4E3C-8E84-1DDDF8A55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49262-09CD-481F-B3AF-89CCB81A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76200"/>
            <a:ext cx="7162800" cy="792163"/>
          </a:xfrm>
        </p:spPr>
        <p:txBody>
          <a:bodyPr/>
          <a:lstStyle/>
          <a:p>
            <a:pPr>
              <a:defRPr/>
            </a:pP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</a:t>
            </a:r>
            <a:r>
              <a:rPr lang="ru-RU" sz="400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реализации. Год 1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8839" name="Рисунок 8839">
            <a:extLst>
              <a:ext uri="{FF2B5EF4-FFF2-40B4-BE49-F238E27FC236}">
                <a16:creationId xmlns:a16="http://schemas.microsoft.com/office/drawing/2014/main" id="{69A8C242-6E1A-4B57-95A7-EAF6AB972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49" y="1321058"/>
            <a:ext cx="1880560" cy="1685470"/>
          </a:xfrm>
          <a:prstGeom prst="rect">
            <a:avLst/>
          </a:prstGeom>
        </p:spPr>
      </p:pic>
      <p:sp>
        <p:nvSpPr>
          <p:cNvPr id="8841" name="TextBox 8840">
            <a:extLst>
              <a:ext uri="{FF2B5EF4-FFF2-40B4-BE49-F238E27FC236}">
                <a16:creationId xmlns:a16="http://schemas.microsoft.com/office/drawing/2014/main" id="{89990505-6BB6-4954-9487-AF8E01B3D180}"/>
              </a:ext>
            </a:extLst>
          </p:cNvPr>
          <p:cNvSpPr txBox="1"/>
          <p:nvPr/>
        </p:nvSpPr>
        <p:spPr>
          <a:xfrm>
            <a:off x="310551" y="3006304"/>
            <a:ext cx="3404558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Разработка электроники</a:t>
            </a:r>
            <a:r>
              <a:rPr lang="ru-RU">
                <a:cs typeface="Arial"/>
              </a:rPr>
              <a:t>. Моделирование движителя</a:t>
            </a:r>
          </a:p>
        </p:txBody>
      </p:sp>
      <p:sp>
        <p:nvSpPr>
          <p:cNvPr id="8842" name="Стрелка: вправо 8841">
            <a:extLst>
              <a:ext uri="{FF2B5EF4-FFF2-40B4-BE49-F238E27FC236}">
                <a16:creationId xmlns:a16="http://schemas.microsoft.com/office/drawing/2014/main" id="{C3B1CE57-0571-45D8-9BD7-0B2DF872BC82}"/>
              </a:ext>
            </a:extLst>
          </p:cNvPr>
          <p:cNvSpPr/>
          <p:nvPr/>
        </p:nvSpPr>
        <p:spPr>
          <a:xfrm>
            <a:off x="3263286" y="1914287"/>
            <a:ext cx="235863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cs typeface="Calibri"/>
              </a:rPr>
              <a:t>До июня</a:t>
            </a:r>
            <a:endParaRPr lang="ru-RU"/>
          </a:p>
        </p:txBody>
      </p:sp>
      <p:pic>
        <p:nvPicPr>
          <p:cNvPr id="8843" name="Рисунок 8843" descr="Изображение выглядит как текст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55BAD4E1-78E1-42AF-9399-119C65AAC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079" y="1267328"/>
            <a:ext cx="1880559" cy="1677907"/>
          </a:xfrm>
          <a:prstGeom prst="rect">
            <a:avLst/>
          </a:prstGeom>
        </p:spPr>
      </p:pic>
      <p:sp>
        <p:nvSpPr>
          <p:cNvPr id="717" name="TextBox 716">
            <a:extLst>
              <a:ext uri="{FF2B5EF4-FFF2-40B4-BE49-F238E27FC236}">
                <a16:creationId xmlns:a16="http://schemas.microsoft.com/office/drawing/2014/main" id="{73BCBA43-44B3-4B82-A1D2-3FEF474DDC14}"/>
              </a:ext>
            </a:extLst>
          </p:cNvPr>
          <p:cNvSpPr txBox="1"/>
          <p:nvPr/>
        </p:nvSpPr>
        <p:spPr>
          <a:xfrm>
            <a:off x="5040701" y="3006304"/>
            <a:ext cx="3404558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Разработка ПО</a:t>
            </a:r>
            <a:r>
              <a:rPr lang="ru-RU">
                <a:cs typeface="Arial"/>
              </a:rPr>
              <a:t>.</a:t>
            </a:r>
          </a:p>
          <a:p>
            <a:pPr algn="ctr"/>
            <a:r>
              <a:rPr lang="ru-RU">
                <a:cs typeface="Arial"/>
              </a:rPr>
              <a:t>Закуп комплектующих</a:t>
            </a:r>
            <a:endParaRPr lang="ru-RU" dirty="0">
              <a:cs typeface="Arial"/>
            </a:endParaRPr>
          </a:p>
        </p:txBody>
      </p:sp>
      <p:pic>
        <p:nvPicPr>
          <p:cNvPr id="8845" name="Рисунок 8845" descr="Изображение выглядит как стол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267F0839-A7D3-4C44-919F-7EC08B133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079" y="3720860"/>
            <a:ext cx="1880559" cy="1687905"/>
          </a:xfrm>
          <a:prstGeom prst="rect">
            <a:avLst/>
          </a:prstGeom>
        </p:spPr>
      </p:pic>
      <p:sp>
        <p:nvSpPr>
          <p:cNvPr id="8847" name="Стрелка: изогнутая влево 8846">
            <a:extLst>
              <a:ext uri="{FF2B5EF4-FFF2-40B4-BE49-F238E27FC236}">
                <a16:creationId xmlns:a16="http://schemas.microsoft.com/office/drawing/2014/main" id="{9AC39CB4-B0FB-4400-97D6-A981404C9209}"/>
              </a:ext>
            </a:extLst>
          </p:cNvPr>
          <p:cNvSpPr/>
          <p:nvPr/>
        </p:nvSpPr>
        <p:spPr>
          <a:xfrm>
            <a:off x="7901221" y="2008602"/>
            <a:ext cx="1090953" cy="286954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cs typeface="Calibri"/>
            </a:endParaRPr>
          </a:p>
        </p:txBody>
      </p:sp>
      <p:pic>
        <p:nvPicPr>
          <p:cNvPr id="8848" name="Рисунок 8848" descr="Изображение выглядит как человек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D945D33B-E1B3-4E68-9DAD-9AE70B9173F6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72551" y="3718544"/>
            <a:ext cx="1880560" cy="1692533"/>
          </a:xfrm>
          <a:prstGeom prst="rect">
            <a:avLst/>
          </a:prstGeom>
        </p:spPr>
      </p:pic>
      <p:sp>
        <p:nvSpPr>
          <p:cNvPr id="724" name="TextBox 723">
            <a:extLst>
              <a:ext uri="{FF2B5EF4-FFF2-40B4-BE49-F238E27FC236}">
                <a16:creationId xmlns:a16="http://schemas.microsoft.com/office/drawing/2014/main" id="{218EF2BF-41E2-4E13-A5DE-06CA37FD8AD2}"/>
              </a:ext>
            </a:extLst>
          </p:cNvPr>
          <p:cNvSpPr txBox="1"/>
          <p:nvPr/>
        </p:nvSpPr>
        <p:spPr>
          <a:xfrm>
            <a:off x="5155719" y="5407322"/>
            <a:ext cx="3404558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Сборка макета</a:t>
            </a:r>
            <a:r>
              <a:rPr lang="ru-RU">
                <a:cs typeface="Arial"/>
              </a:rPr>
              <a:t>.</a:t>
            </a:r>
          </a:p>
          <a:p>
            <a:pPr algn="ctr"/>
            <a:r>
              <a:rPr lang="ru-RU">
                <a:cs typeface="Arial"/>
              </a:rPr>
              <a:t>Настольный </a:t>
            </a:r>
            <a:r>
              <a:rPr lang="ru-RU" dirty="0">
                <a:cs typeface="Arial"/>
              </a:rPr>
              <a:t>эксперимент</a:t>
            </a:r>
          </a:p>
        </p:txBody>
      </p:sp>
      <p:sp>
        <p:nvSpPr>
          <p:cNvPr id="725" name="TextBox 724">
            <a:extLst>
              <a:ext uri="{FF2B5EF4-FFF2-40B4-BE49-F238E27FC236}">
                <a16:creationId xmlns:a16="http://schemas.microsoft.com/office/drawing/2014/main" id="{FD360812-3372-4EC2-A660-185BBE132326}"/>
              </a:ext>
            </a:extLst>
          </p:cNvPr>
          <p:cNvSpPr txBox="1"/>
          <p:nvPr/>
        </p:nvSpPr>
        <p:spPr>
          <a:xfrm>
            <a:off x="-163904" y="5407321"/>
            <a:ext cx="4367841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Отладка макета</a:t>
            </a:r>
            <a:r>
              <a:rPr lang="ru-RU" dirty="0">
                <a:cs typeface="Arial"/>
              </a:rPr>
              <a:t>.</a:t>
            </a:r>
          </a:p>
          <a:p>
            <a:pPr algn="ctr"/>
            <a:r>
              <a:rPr lang="ru-RU">
                <a:cs typeface="Arial"/>
              </a:rPr>
              <a:t>Публикация статьи об эксперименте</a:t>
            </a:r>
            <a:endParaRPr lang="ru-RU"/>
          </a:p>
        </p:txBody>
      </p:sp>
      <p:sp>
        <p:nvSpPr>
          <p:cNvPr id="8850" name="Стрелка: влево 8849">
            <a:extLst>
              <a:ext uri="{FF2B5EF4-FFF2-40B4-BE49-F238E27FC236}">
                <a16:creationId xmlns:a16="http://schemas.microsoft.com/office/drawing/2014/main" id="{453F5749-BB14-41C5-BA3C-F221FC9CBD19}"/>
              </a:ext>
            </a:extLst>
          </p:cNvPr>
          <p:cNvSpPr/>
          <p:nvPr/>
        </p:nvSpPr>
        <p:spPr>
          <a:xfrm>
            <a:off x="3263287" y="4315306"/>
            <a:ext cx="2358634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cs typeface="Calibri"/>
              </a:rPr>
              <a:t>До декабрь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13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Рисунок 4">
            <a:extLst>
              <a:ext uri="{FF2B5EF4-FFF2-40B4-BE49-F238E27FC236}">
                <a16:creationId xmlns:a16="http://schemas.microsoft.com/office/drawing/2014/main" id="{59A794DC-0594-4E3C-8E84-1DDDF8A55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49262-09CD-481F-B3AF-89CCB81A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76200"/>
            <a:ext cx="7162800" cy="792163"/>
          </a:xfrm>
        </p:spPr>
        <p:txBody>
          <a:bodyPr/>
          <a:lstStyle/>
          <a:p>
            <a:pPr>
              <a:defRPr/>
            </a:pP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</a:t>
            </a:r>
            <a:r>
              <a:rPr lang="ru-RU" sz="400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реализации. Год 2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841" name="TextBox 8840">
            <a:extLst>
              <a:ext uri="{FF2B5EF4-FFF2-40B4-BE49-F238E27FC236}">
                <a16:creationId xmlns:a16="http://schemas.microsoft.com/office/drawing/2014/main" id="{89990505-6BB6-4954-9487-AF8E01B3D180}"/>
              </a:ext>
            </a:extLst>
          </p:cNvPr>
          <p:cNvSpPr txBox="1"/>
          <p:nvPr/>
        </p:nvSpPr>
        <p:spPr>
          <a:xfrm>
            <a:off x="310551" y="3006304"/>
            <a:ext cx="3404558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Разработка конструкции</a:t>
            </a:r>
            <a:r>
              <a:rPr lang="ru-RU">
                <a:cs typeface="Arial"/>
              </a:rPr>
              <a:t>.</a:t>
            </a:r>
          </a:p>
          <a:p>
            <a:pPr algn="ctr"/>
            <a:r>
              <a:rPr lang="ru-RU">
                <a:cs typeface="Arial"/>
              </a:rPr>
              <a:t>Отладка ПО</a:t>
            </a:r>
            <a:endParaRPr lang="ru-RU" dirty="0">
              <a:cs typeface="Arial"/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73BCBA43-44B3-4B82-A1D2-3FEF474DDC14}"/>
              </a:ext>
            </a:extLst>
          </p:cNvPr>
          <p:cNvSpPr txBox="1"/>
          <p:nvPr/>
        </p:nvSpPr>
        <p:spPr>
          <a:xfrm>
            <a:off x="5040701" y="3006304"/>
            <a:ext cx="3404558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Изготовление конструкции</a:t>
            </a:r>
            <a:r>
              <a:rPr lang="ru-RU">
                <a:cs typeface="Arial"/>
              </a:rPr>
              <a:t>.</a:t>
            </a:r>
            <a:endParaRPr lang="ru-RU"/>
          </a:p>
          <a:p>
            <a:pPr algn="ctr"/>
            <a:r>
              <a:rPr lang="ru-RU">
                <a:cs typeface="Arial"/>
              </a:rPr>
              <a:t>Сборка движителя</a:t>
            </a:r>
            <a:endParaRPr lang="ru-RU" dirty="0">
              <a:cs typeface="Arial"/>
            </a:endParaRPr>
          </a:p>
        </p:txBody>
      </p:sp>
      <p:sp>
        <p:nvSpPr>
          <p:cNvPr id="724" name="TextBox 723">
            <a:extLst>
              <a:ext uri="{FF2B5EF4-FFF2-40B4-BE49-F238E27FC236}">
                <a16:creationId xmlns:a16="http://schemas.microsoft.com/office/drawing/2014/main" id="{218EF2BF-41E2-4E13-A5DE-06CA37FD8AD2}"/>
              </a:ext>
            </a:extLst>
          </p:cNvPr>
          <p:cNvSpPr txBox="1"/>
          <p:nvPr/>
        </p:nvSpPr>
        <p:spPr>
          <a:xfrm>
            <a:off x="5155719" y="5407322"/>
            <a:ext cx="3404558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Монтирование</a:t>
            </a:r>
            <a:r>
              <a:rPr lang="ru-RU">
                <a:cs typeface="Arial"/>
              </a:rPr>
              <a:t> движителя.</a:t>
            </a:r>
          </a:p>
          <a:p>
            <a:pPr algn="ctr"/>
            <a:r>
              <a:rPr lang="ru-RU">
                <a:cs typeface="Arial"/>
              </a:rPr>
              <a:t>Морские испытания</a:t>
            </a:r>
            <a:endParaRPr lang="ru-RU" dirty="0">
              <a:cs typeface="Arial"/>
            </a:endParaRPr>
          </a:p>
        </p:txBody>
      </p:sp>
      <p:sp>
        <p:nvSpPr>
          <p:cNvPr id="725" name="TextBox 724">
            <a:extLst>
              <a:ext uri="{FF2B5EF4-FFF2-40B4-BE49-F238E27FC236}">
                <a16:creationId xmlns:a16="http://schemas.microsoft.com/office/drawing/2014/main" id="{FD360812-3372-4EC2-A660-185BBE132326}"/>
              </a:ext>
            </a:extLst>
          </p:cNvPr>
          <p:cNvSpPr txBox="1"/>
          <p:nvPr/>
        </p:nvSpPr>
        <p:spPr>
          <a:xfrm>
            <a:off x="-163904" y="5407321"/>
            <a:ext cx="4367841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cs typeface="Arial"/>
              </a:rPr>
              <a:t>Публикация статьи об эксперименте.</a:t>
            </a:r>
          </a:p>
          <a:p>
            <a:pPr algn="ctr"/>
            <a:r>
              <a:rPr lang="ru-RU" dirty="0">
                <a:cs typeface="Arial"/>
              </a:rPr>
              <a:t>Подача заявки на патент</a:t>
            </a:r>
          </a:p>
        </p:txBody>
      </p:sp>
      <p:pic>
        <p:nvPicPr>
          <p:cNvPr id="3" name="Рисунок 3" descr="Изображение выглядит как текст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219F3DBB-0295-49C2-8F61-7B7006BC0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06" y="3652927"/>
            <a:ext cx="1858093" cy="1838145"/>
          </a:xfrm>
          <a:prstGeom prst="rect">
            <a:avLst/>
          </a:prstGeom>
        </p:spPr>
      </p:pic>
      <p:pic>
        <p:nvPicPr>
          <p:cNvPr id="5" name="Рисунок 5">
            <a:extLst>
              <a:ext uri="{FF2B5EF4-FFF2-40B4-BE49-F238E27FC236}">
                <a16:creationId xmlns:a16="http://schemas.microsoft.com/office/drawing/2014/main" id="{5850F876-EE8C-4599-A920-D245E6513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702" y="3654034"/>
            <a:ext cx="1880559" cy="1677780"/>
          </a:xfrm>
          <a:prstGeom prst="rect">
            <a:avLst/>
          </a:prstGeom>
        </p:spPr>
      </p:pic>
      <p:pic>
        <p:nvPicPr>
          <p:cNvPr id="7" name="Рисунок 7" descr="Изображение выглядит как пропеллер, внутренний, наружный объект, сидит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E126276D-FEC1-4AA7-AC1B-7571720A3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702" y="1320161"/>
            <a:ext cx="1880559" cy="1687263"/>
          </a:xfrm>
          <a:prstGeom prst="rect">
            <a:avLst/>
          </a:prstGeom>
        </p:spPr>
      </p:pic>
      <p:pic>
        <p:nvPicPr>
          <p:cNvPr id="9" name="Рисунок 9" descr="Изображение выглядит как зеленый, внутренний, небо, стена&#10;&#10;Описание создано с очень высокой степенью достоверности">
            <a:extLst>
              <a:ext uri="{FF2B5EF4-FFF2-40B4-BE49-F238E27FC236}">
                <a16:creationId xmlns:a16="http://schemas.microsoft.com/office/drawing/2014/main" id="{0CBEEA3C-3C34-49B6-94D0-A623BB598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627" y="1257537"/>
            <a:ext cx="2182484" cy="1654360"/>
          </a:xfrm>
          <a:prstGeom prst="rect">
            <a:avLst/>
          </a:prstGeom>
        </p:spPr>
      </p:pic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B266C76C-E8CF-4501-9982-3D4917B2C75A}"/>
              </a:ext>
            </a:extLst>
          </p:cNvPr>
          <p:cNvSpPr/>
          <p:nvPr/>
        </p:nvSpPr>
        <p:spPr>
          <a:xfrm>
            <a:off x="3386931" y="1851027"/>
            <a:ext cx="235863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cs typeface="Calibri"/>
              </a:rPr>
              <a:t>До  июня</a:t>
            </a:r>
            <a:endParaRPr lang="ru-RU"/>
          </a:p>
        </p:txBody>
      </p:sp>
      <p:sp>
        <p:nvSpPr>
          <p:cNvPr id="12" name="Стрелка: изогнутая влево 11">
            <a:extLst>
              <a:ext uri="{FF2B5EF4-FFF2-40B4-BE49-F238E27FC236}">
                <a16:creationId xmlns:a16="http://schemas.microsoft.com/office/drawing/2014/main" id="{CC89F485-B2C4-490E-989B-4D70D7B138E0}"/>
              </a:ext>
            </a:extLst>
          </p:cNvPr>
          <p:cNvSpPr/>
          <p:nvPr/>
        </p:nvSpPr>
        <p:spPr>
          <a:xfrm>
            <a:off x="7800579" y="1893583"/>
            <a:ext cx="1090953" cy="286954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3" name="Стрелка: влево 12">
            <a:extLst>
              <a:ext uri="{FF2B5EF4-FFF2-40B4-BE49-F238E27FC236}">
                <a16:creationId xmlns:a16="http://schemas.microsoft.com/office/drawing/2014/main" id="{9A8D38D9-4200-4249-A61A-AB9022FC9E41}"/>
              </a:ext>
            </a:extLst>
          </p:cNvPr>
          <p:cNvSpPr/>
          <p:nvPr/>
        </p:nvSpPr>
        <p:spPr>
          <a:xfrm>
            <a:off x="3263287" y="4185910"/>
            <a:ext cx="2358634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cs typeface="Calibri"/>
              </a:rPr>
              <a:t>До декабря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416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Рисунок 4">
            <a:extLst>
              <a:ext uri="{FF2B5EF4-FFF2-40B4-BE49-F238E27FC236}">
                <a16:creationId xmlns:a16="http://schemas.microsoft.com/office/drawing/2014/main" id="{24A5B1F3-8D8C-433C-9EE8-E186F26037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46ADD-A65F-4FF1-BFE6-FB08B599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0"/>
            <a:ext cx="6477000" cy="781050"/>
          </a:xfrm>
        </p:spPr>
        <p:txBody>
          <a:bodyPr/>
          <a:lstStyle/>
          <a:p>
            <a:pPr>
              <a:defRPr/>
            </a:pP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 проекта</a:t>
            </a:r>
          </a:p>
        </p:txBody>
      </p:sp>
      <p:graphicFrame>
        <p:nvGraphicFramePr>
          <p:cNvPr id="5" name="Объект 3">
            <a:extLst>
              <a:ext uri="{FF2B5EF4-FFF2-40B4-BE49-F238E27FC236}">
                <a16:creationId xmlns:a16="http://schemas.microsoft.com/office/drawing/2014/main" id="{EC534114-7BE6-439C-8355-CA2ABF5CC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569515"/>
              </p:ext>
            </p:extLst>
          </p:nvPr>
        </p:nvGraphicFramePr>
        <p:xfrm>
          <a:off x="327086" y="1194759"/>
          <a:ext cx="8676735" cy="4469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Рисунок 3">
            <a:extLst>
              <a:ext uri="{FF2B5EF4-FFF2-40B4-BE49-F238E27FC236}">
                <a16:creationId xmlns:a16="http://schemas.microsoft.com/office/drawing/2014/main" id="{33FE1FED-7457-4CAF-8067-30380219F5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Содержимое 2">
            <a:extLst>
              <a:ext uri="{FF2B5EF4-FFF2-40B4-BE49-F238E27FC236}">
                <a16:creationId xmlns:a16="http://schemas.microsoft.com/office/drawing/2014/main" id="{CB22E5E6-3D92-451A-8C86-3BA5941A8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150" y="4267200"/>
            <a:ext cx="6673850" cy="2209800"/>
          </a:xfrm>
        </p:spPr>
        <p:txBody>
          <a:bodyPr/>
          <a:lstStyle/>
          <a:p>
            <a:pPr algn="just">
              <a:buFont typeface="Arial" panose="020B0604020202020204" pitchFamily="34" charset="0"/>
              <a:buNone/>
            </a:pP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Чемезов Иван Александрович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Тел: 89940239824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E-mail: ivanchemezovv@gmail.com</a:t>
            </a:r>
            <a:endParaRPr lang="ru-RU" alt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TextBox 1">
            <a:extLst>
              <a:ext uri="{FF2B5EF4-FFF2-40B4-BE49-F238E27FC236}">
                <a16:creationId xmlns:a16="http://schemas.microsoft.com/office/drawing/2014/main" id="{65914EC3-D8C9-4899-B0CD-B3ED0A6F4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524000"/>
            <a:ext cx="7315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4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Движитель с прямым управлением тягой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Рисунок 4">
            <a:extLst>
              <a:ext uri="{FF2B5EF4-FFF2-40B4-BE49-F238E27FC236}">
                <a16:creationId xmlns:a16="http://schemas.microsoft.com/office/drawing/2014/main" id="{BD0F8558-5B37-40AF-8BAD-75223EC95B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48C64-BAEB-4DE5-A7C2-A416BF1F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-152400"/>
            <a:ext cx="6553200" cy="944563"/>
          </a:xfrm>
        </p:spPr>
        <p:txBody>
          <a:bodyPr/>
          <a:lstStyle/>
          <a:p>
            <a:pPr>
              <a:defRPr/>
            </a:pP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Конкуренты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BFEEC3E-FD57-4718-881F-76FA2F2456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93838"/>
              </p:ext>
            </p:extLst>
          </p:nvPr>
        </p:nvGraphicFramePr>
        <p:xfrm>
          <a:off x="543464" y="2014747"/>
          <a:ext cx="8229600" cy="3966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9575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 движитель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/>
                          <a:cs typeface="Times New Roman"/>
                        </a:rPr>
                        <a:t>Thruster T200</a:t>
                      </a:r>
                      <a:endParaRPr lang="ru-RU" sz="1800" dirty="0">
                        <a:latin typeface="Times New Roman"/>
                        <a:cs typeface="Times New Roman"/>
                      </a:endParaRP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150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МЛ 400</a:t>
                      </a:r>
                    </a:p>
                  </a:txBody>
                  <a:tcPr marT="45691" marB="456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4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Стабилизация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тяги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момента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момента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момента</a:t>
                      </a:r>
                    </a:p>
                  </a:txBody>
                  <a:tcPr marT="45691" marB="4569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46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Мощность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 Вт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 Вт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 Вт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 Вт</a:t>
                      </a:r>
                    </a:p>
                  </a:txBody>
                  <a:tcPr marT="45691" marB="4569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87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Защита от коррозии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T="45691" marB="4569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68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Вес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 кг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 кг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 кг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 кг</a:t>
                      </a:r>
                    </a:p>
                  </a:txBody>
                  <a:tcPr marT="45691" marB="4569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87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Глубина погружения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1 000 м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м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1 500 м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imes New Roman"/>
                          <a:cs typeface="Times New Roman"/>
                        </a:rPr>
                        <a:t>≈500 м</a:t>
                      </a:r>
                    </a:p>
                  </a:txBody>
                  <a:tcPr marT="45691" marB="4569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9276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≈50 000 руб.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7 500 руб.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продается в Россию</a:t>
                      </a:r>
                    </a:p>
                  </a:txBody>
                  <a:tcPr marT="45691" marB="456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>
                          <a:latin typeface="Times New Roman"/>
                          <a:cs typeface="Times New Roman"/>
                        </a:rPr>
                        <a:t>Опытный образец</a:t>
                      </a:r>
                      <a:endParaRPr lang="ru-RU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91" marB="4569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225" name="Рисунок 13">
            <a:extLst>
              <a:ext uri="{FF2B5EF4-FFF2-40B4-BE49-F238E27FC236}">
                <a16:creationId xmlns:a16="http://schemas.microsoft.com/office/drawing/2014/main" id="{BB7EE82A-19AE-496E-9269-37C138B554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052" y="707366"/>
            <a:ext cx="1677988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1F3FF9-D9B6-4780-BE69-CA54D0221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106" y="868303"/>
            <a:ext cx="1590315" cy="995093"/>
          </a:xfrm>
          <a:prstGeom prst="rect">
            <a:avLst/>
          </a:prstGeom>
        </p:spPr>
      </p:pic>
      <p:pic>
        <p:nvPicPr>
          <p:cNvPr id="4" name="Рисунок 5" descr="Изображение выглядит как прибор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3E166860-F1D0-46F2-B719-32646A02B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022" y="753194"/>
            <a:ext cx="2050031" cy="1196555"/>
          </a:xfrm>
          <a:prstGeom prst="rect">
            <a:avLst/>
          </a:prstGeom>
        </p:spPr>
      </p:pic>
      <p:pic>
        <p:nvPicPr>
          <p:cNvPr id="7" name="Рисунок 8" descr="Изображение выглядит как внутренний, маленький, сидит&#10;&#10;Описание создано с высокой степенью достоверности">
            <a:extLst>
              <a:ext uri="{FF2B5EF4-FFF2-40B4-BE49-F238E27FC236}">
                <a16:creationId xmlns:a16="http://schemas.microsoft.com/office/drawing/2014/main" id="{90DECF9F-F667-48CF-990C-8679321AB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2326" y="796685"/>
            <a:ext cx="1771650" cy="1123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Рисунок 3">
            <a:extLst>
              <a:ext uri="{FF2B5EF4-FFF2-40B4-BE49-F238E27FC236}">
                <a16:creationId xmlns:a16="http://schemas.microsoft.com/office/drawing/2014/main" id="{33FE1FED-7457-4CAF-8067-30380219F5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Содержимое 2">
            <a:extLst>
              <a:ext uri="{FF2B5EF4-FFF2-40B4-BE49-F238E27FC236}">
                <a16:creationId xmlns:a16="http://schemas.microsoft.com/office/drawing/2014/main" id="{CB22E5E6-3D92-451A-8C86-3BA5941A8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56" y="1434860"/>
            <a:ext cx="8600414" cy="3992592"/>
          </a:xfrm>
        </p:spPr>
        <p:txBody>
          <a:bodyPr/>
          <a:lstStyle/>
          <a:p>
            <a:pPr marL="0" indent="914400" algn="just">
              <a:lnSpc>
                <a:spcPct val="150000"/>
              </a:lnSpc>
              <a:buNone/>
            </a:pP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уникален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движители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предназначены для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конкретного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аппарата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Поэтому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их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производство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должно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быть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клиентоориентированным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914400" algn="just">
              <a:lnSpc>
                <a:spcPct val="150000"/>
              </a:lnSpc>
            </a:pP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Первые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ИПМТ ДВО РАН;</a:t>
            </a:r>
          </a:p>
          <a:p>
            <a:pPr marL="0" indent="914400" algn="just">
              <a:lnSpc>
                <a:spcPct val="150000"/>
              </a:lnSpc>
            </a:pP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Следующие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ДВФУ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подводной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робототехнике</a:t>
            </a: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914400" algn="just">
              <a:lnSpc>
                <a:spcPct val="150000"/>
              </a:lnSpc>
            </a:pP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Последующие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команды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Бауманки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Тетис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Rov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Builder.</a:t>
            </a:r>
          </a:p>
          <a:p>
            <a:pPr marL="0" indent="914400" algn="just">
              <a:lnSpc>
                <a:spcPct val="150000"/>
              </a:lnSpc>
              <a:buNone/>
            </a:pP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продаж С2С.</a:t>
            </a:r>
            <a:endParaRPr lang="en-US" altLang="ru-RU" sz="2000" dirty="0">
              <a:latin typeface="Times New Roman"/>
              <a:cs typeface="Times New Roman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21CF8F64-B7FD-457A-A4BC-557CEDD3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82" y="-57510"/>
            <a:ext cx="7315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ru-RU" alt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 продаж</a:t>
            </a:r>
          </a:p>
        </p:txBody>
      </p:sp>
    </p:spTree>
    <p:extLst>
      <p:ext uri="{BB962C8B-B14F-4D97-AF65-F5344CB8AC3E}">
        <p14:creationId xmlns:p14="http://schemas.microsoft.com/office/powerpoint/2010/main" val="117064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Рисунок 4">
            <a:extLst>
              <a:ext uri="{FF2B5EF4-FFF2-40B4-BE49-F238E27FC236}">
                <a16:creationId xmlns:a16="http://schemas.microsoft.com/office/drawing/2014/main" id="{59A794DC-0594-4E3C-8E84-1DDDF8A55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49262-09CD-481F-B3AF-89CCB81A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76200"/>
            <a:ext cx="7162800" cy="792163"/>
          </a:xfrm>
        </p:spPr>
        <p:txBody>
          <a:bodyPr/>
          <a:lstStyle/>
          <a:p>
            <a:pPr>
              <a:defRPr/>
            </a:pPr>
            <a:r>
              <a:rPr lang="ru-RU" sz="400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Затраты на изготовление</a:t>
            </a:r>
            <a:endParaRPr lang="ru-RU" sz="40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Объект 2">
            <a:extLst>
              <a:ext uri="{FF2B5EF4-FFF2-40B4-BE49-F238E27FC236}">
                <a16:creationId xmlns:a16="http://schemas.microsoft.com/office/drawing/2014/main" id="{2CAC00AD-7283-485E-AB92-1C7EC290A334}"/>
              </a:ext>
            </a:extLst>
          </p:cNvPr>
          <p:cNvSpPr txBox="1">
            <a:spLocks/>
          </p:cNvSpPr>
          <p:nvPr/>
        </p:nvSpPr>
        <p:spPr bwMode="auto">
          <a:xfrm>
            <a:off x="2876" y="1150189"/>
            <a:ext cx="9141124" cy="4659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Требуемые затраты: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Движители (3 шт.): 90 000 – 120 000 руб.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 изготовление электроники: 20 000 – 25 000 руб.</a:t>
            </a:r>
          </a:p>
          <a:p>
            <a:pPr algn="just"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Датчики тяги: до 30 000 руб.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Изменения конструкций аппаратов: ~ 40 000 руб.</a:t>
            </a:r>
          </a:p>
          <a:p>
            <a:pPr algn="just"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 неучтенные затраты (крепеж, масло, провода и т.д.):  ~  20 000 руб.</a:t>
            </a:r>
          </a:p>
          <a:p>
            <a:pPr algn="just"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Затраты на материал и изготовление герметичного корпуса:  ~ 50 000 руб.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 необходимо 200 000 – 270 000 руб. на разработку прототипа</a:t>
            </a:r>
          </a:p>
          <a:p>
            <a:pPr algn="just">
              <a:buFont typeface="Arial" panose="020B0604020202020204" pitchFamily="34" charset="0"/>
              <a:buNone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Иные источники финансирования:</a:t>
            </a:r>
          </a:p>
          <a:p>
            <a:pPr algn="just"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Личные средства  ≈ 50 000 руб.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подтверждения работоспособности возможно финансирование Института Проблем Морских Технологи	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Рисунок 4">
            <a:extLst>
              <a:ext uri="{FF2B5EF4-FFF2-40B4-BE49-F238E27FC236}">
                <a16:creationId xmlns:a16="http://schemas.microsoft.com/office/drawing/2014/main" id="{59A794DC-0594-4E3C-8E84-1DDDF8A55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49262-09CD-481F-B3AF-89CCB81A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76200"/>
            <a:ext cx="7162800" cy="792163"/>
          </a:xfrm>
        </p:spPr>
        <p:txBody>
          <a:bodyPr/>
          <a:lstStyle/>
          <a:p>
            <a:pPr>
              <a:defRPr/>
            </a:pP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</a:t>
            </a:r>
            <a:r>
              <a:rPr lang="ru-RU" sz="40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реализации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196" name="Объект 2">
            <a:extLst>
              <a:ext uri="{FF2B5EF4-FFF2-40B4-BE49-F238E27FC236}">
                <a16:creationId xmlns:a16="http://schemas.microsoft.com/office/drawing/2014/main" id="{2CAC00AD-7283-485E-AB92-1C7EC290A334}"/>
              </a:ext>
            </a:extLst>
          </p:cNvPr>
          <p:cNvSpPr txBox="1">
            <a:spLocks/>
          </p:cNvSpPr>
          <p:nvPr/>
        </p:nvSpPr>
        <p:spPr bwMode="auto">
          <a:xfrm>
            <a:off x="-54633" y="1020793"/>
            <a:ext cx="9198633" cy="52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год</a:t>
            </a:r>
            <a:r>
              <a:rPr lang="ru-RU" altLang="ru-RU" sz="1800" dirty="0">
                <a:latin typeface="Times New Roman"/>
                <a:cs typeface="Times New Roman"/>
              </a:rPr>
              <a:t>:</a:t>
            </a:r>
            <a:endParaRPr lang="en-US" dirty="0">
              <a:cs typeface="Calibri"/>
            </a:endParaRPr>
          </a:p>
          <a:p>
            <a:pPr algn="just">
              <a:buNone/>
            </a:pPr>
            <a:r>
              <a:rPr lang="ru-RU" sz="1800" dirty="0">
                <a:latin typeface="Times New Roman"/>
                <a:cs typeface="Times New Roman"/>
              </a:rPr>
              <a:t>Январь-Март: подбор комплектующих, синтез электрических схем, математическое моделирование движителя. </a:t>
            </a:r>
          </a:p>
          <a:p>
            <a:pPr algn="just">
              <a:buNone/>
            </a:pPr>
            <a:r>
              <a:rPr lang="ru-RU" sz="1800" dirty="0">
                <a:latin typeface="Times New Roman"/>
                <a:cs typeface="Times New Roman"/>
              </a:rPr>
              <a:t>Апрель-Июнь: Закуп комплектующих, плат управления, разработка алгоритма управления</a:t>
            </a:r>
          </a:p>
          <a:p>
            <a:pPr algn="just">
              <a:buNone/>
            </a:pPr>
            <a:r>
              <a:rPr lang="ru-RU" sz="1800" dirty="0">
                <a:latin typeface="Times New Roman"/>
                <a:cs typeface="Times New Roman"/>
              </a:rPr>
              <a:t>Июль-Сентябрь: Сборка макета движителя. Испытания стендовые</a:t>
            </a:r>
            <a:endParaRPr lang="ru-RU" dirty="0"/>
          </a:p>
          <a:p>
            <a:pPr algn="just">
              <a:buNone/>
            </a:pPr>
            <a:r>
              <a:rPr lang="ru-RU" sz="1800" dirty="0">
                <a:latin typeface="Times New Roman"/>
                <a:cs typeface="Times New Roman"/>
              </a:rPr>
              <a:t>Октябрь-Декабрь: Отладка макета. Публикация статьи с сравнительным анализом проведенного испытания и математической модели.</a:t>
            </a:r>
            <a:endParaRPr lang="ru-RU" dirty="0"/>
          </a:p>
          <a:p>
            <a:pPr algn="just">
              <a:buNone/>
            </a:pPr>
            <a:endParaRPr lang="ru-RU" altLang="ru-RU" sz="1800" dirty="0"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Второй</a:t>
            </a:r>
            <a:r>
              <a:rPr lang="ru-RU" altLang="ru-RU" sz="1800" dirty="0">
                <a:latin typeface="Times New Roman"/>
                <a:cs typeface="Times New Roman"/>
              </a:rPr>
              <a:t> год:</a:t>
            </a:r>
          </a:p>
          <a:p>
            <a:pPr algn="just">
              <a:buNone/>
            </a:pPr>
            <a:r>
              <a:rPr lang="ru-RU" sz="1800" dirty="0">
                <a:latin typeface="Times New Roman"/>
                <a:cs typeface="Times New Roman"/>
              </a:rPr>
              <a:t>Январь-Март: Разработка конструкции движителя, сборка электроники, отладка ПО.</a:t>
            </a:r>
            <a:endParaRPr lang="ru-RU" dirty="0">
              <a:latin typeface="Calibri"/>
              <a:cs typeface="Calibri"/>
            </a:endParaRPr>
          </a:p>
          <a:p>
            <a:pPr algn="just">
              <a:buNone/>
            </a:pPr>
            <a:r>
              <a:rPr lang="ru-RU" sz="1800" dirty="0">
                <a:latin typeface="Times New Roman"/>
                <a:cs typeface="Times New Roman"/>
              </a:rPr>
              <a:t>Апрель-Июнь: Изготовление конструкции, сборка движителя. Устранение неисправностей.</a:t>
            </a:r>
            <a:endParaRPr lang="ru-RU" dirty="0">
              <a:cs typeface="Calibri"/>
            </a:endParaRPr>
          </a:p>
          <a:p>
            <a:pPr algn="just">
              <a:buNone/>
            </a:pPr>
            <a:r>
              <a:rPr lang="ru-RU" sz="1800" dirty="0">
                <a:latin typeface="Times New Roman"/>
                <a:cs typeface="Times New Roman"/>
              </a:rPr>
              <a:t>Июль-Сентябрь: Монтирование движителей на подводный аппарат. Морские испытания аппарата.</a:t>
            </a:r>
            <a:endParaRPr lang="ru-RU" dirty="0"/>
          </a:p>
          <a:p>
            <a:pPr algn="just">
              <a:buNone/>
            </a:pPr>
            <a:r>
              <a:rPr lang="ru-RU" sz="1800" dirty="0">
                <a:latin typeface="Times New Roman"/>
                <a:cs typeface="Times New Roman"/>
              </a:rPr>
              <a:t>Октябрь-Декабрь: Публикация статьи с результатами экспериментов. Подача заявки на патент.</a:t>
            </a:r>
          </a:p>
          <a:p>
            <a:pPr algn="just">
              <a:buNone/>
            </a:pPr>
            <a:endParaRPr lang="ru-RU" altLang="ru-RU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1241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Рисунок 3">
            <a:extLst>
              <a:ext uri="{FF2B5EF4-FFF2-40B4-BE49-F238E27FC236}">
                <a16:creationId xmlns:a16="http://schemas.microsoft.com/office/drawing/2014/main" id="{33FE1FED-7457-4CAF-8067-30380219F5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Содержимое 2">
            <a:extLst>
              <a:ext uri="{FF2B5EF4-FFF2-40B4-BE49-F238E27FC236}">
                <a16:creationId xmlns:a16="http://schemas.microsoft.com/office/drawing/2014/main" id="{CB22E5E6-3D92-451A-8C86-3BA5941A8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150" y="4827917"/>
            <a:ext cx="6673850" cy="1260895"/>
          </a:xfrm>
        </p:spPr>
        <p:txBody>
          <a:bodyPr/>
          <a:lstStyle/>
          <a:p>
            <a:pPr algn="just">
              <a:buFont typeface="Arial" panose="020B0604020202020204" pitchFamily="34" charset="0"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Чемезов Иван Александрович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E-mail: ivanchemezovv@gmail.com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TextBox 1">
            <a:extLst>
              <a:ext uri="{FF2B5EF4-FFF2-40B4-BE49-F238E27FC236}">
                <a16:creationId xmlns:a16="http://schemas.microsoft.com/office/drawing/2014/main" id="{65914EC3-D8C9-4899-B0CD-B3ED0A6F4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199736"/>
            <a:ext cx="7315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4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Движитель с прямым управлением тягой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21CF8F64-B7FD-457A-A4BC-557CEDD38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1305" y="0"/>
            <a:ext cx="73152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ru-RU" altLang="ru-RU" sz="4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872784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2721</TotalTime>
  <Words>473</Words>
  <Application>Microsoft Office PowerPoint</Application>
  <PresentationFormat>Экран (4:3)</PresentationFormat>
  <Paragraphs>150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Презентация PowerPoint</vt:lpstr>
      <vt:lpstr>Проблема</vt:lpstr>
      <vt:lpstr>Преимущества</vt:lpstr>
      <vt:lpstr>Рынок</vt:lpstr>
      <vt:lpstr>Презентация PowerPoint</vt:lpstr>
      <vt:lpstr>Партнеры</vt:lpstr>
      <vt:lpstr>План реализации. Год 1</vt:lpstr>
      <vt:lpstr>План реализации. Год 2</vt:lpstr>
      <vt:lpstr>Участники проекта</vt:lpstr>
      <vt:lpstr>Презентация PowerPoint</vt:lpstr>
      <vt:lpstr>Конкуренты</vt:lpstr>
      <vt:lpstr>Презентация PowerPoint</vt:lpstr>
      <vt:lpstr>Затраты на изготовление</vt:lpstr>
      <vt:lpstr>План реализации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Valera</dc:creator>
  <cp:lastModifiedBy>Учетная запись Майкрософт</cp:lastModifiedBy>
  <cp:revision>1142</cp:revision>
  <dcterms:created xsi:type="dcterms:W3CDTF">2011-09-28T06:07:31Z</dcterms:created>
  <dcterms:modified xsi:type="dcterms:W3CDTF">2018-12-06T10:46:45Z</dcterms:modified>
</cp:coreProperties>
</file>